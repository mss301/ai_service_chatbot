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  <p:embeddedFont>
      <p:font typeface="Darker Grotesque" charset="1" panose="00000000000000000000"/>
      <p:regular r:id="rId24"/>
    </p:embeddedFont>
    <p:embeddedFont>
      <p:font typeface="Darker Grotesque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40.png" Type="http://schemas.openxmlformats.org/officeDocument/2006/relationships/image"/><Relationship Id="rId14" Target="../media/image41.svg" Type="http://schemas.openxmlformats.org/officeDocument/2006/relationships/image"/><Relationship Id="rId15" Target="../media/image42.png" Type="http://schemas.openxmlformats.org/officeDocument/2006/relationships/image"/><Relationship Id="rId16" Target="../media/image43.svg" Type="http://schemas.openxmlformats.org/officeDocument/2006/relationships/image"/><Relationship Id="rId17" Target="../media/image8.png" Type="http://schemas.openxmlformats.org/officeDocument/2006/relationships/image"/><Relationship Id="rId18" Target="../media/image9.svg" Type="http://schemas.openxmlformats.org/officeDocument/2006/relationships/image"/><Relationship Id="rId19" Target="../media/image44.png" Type="http://schemas.openxmlformats.org/officeDocument/2006/relationships/image"/><Relationship Id="rId2" Target="../media/image1.png" Type="http://schemas.openxmlformats.org/officeDocument/2006/relationships/image"/><Relationship Id="rId20" Target="../media/image45.sv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52.png" Type="http://schemas.openxmlformats.org/officeDocument/2006/relationships/image"/><Relationship Id="rId16" Target="../media/image53.svg" Type="http://schemas.openxmlformats.org/officeDocument/2006/relationships/image"/><Relationship Id="rId2" Target="../media/image1.pn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58.png" Type="http://schemas.openxmlformats.org/officeDocument/2006/relationships/image"/><Relationship Id="rId16" Target="../media/image59.svg" Type="http://schemas.openxmlformats.org/officeDocument/2006/relationships/image"/><Relationship Id="rId2" Target="../media/image1.pn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62.png" Type="http://schemas.openxmlformats.org/officeDocument/2006/relationships/image"/><Relationship Id="rId14" Target="../media/image63.svg" Type="http://schemas.openxmlformats.org/officeDocument/2006/relationships/image"/><Relationship Id="rId15" Target="../media/image64.png" Type="http://schemas.openxmlformats.org/officeDocument/2006/relationships/image"/><Relationship Id="rId16" Target="../media/image65.svg" Type="http://schemas.openxmlformats.org/officeDocument/2006/relationships/image"/><Relationship Id="rId2" Target="../media/image1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44.png" Type="http://schemas.openxmlformats.org/officeDocument/2006/relationships/image"/><Relationship Id="rId14" Target="../media/image45.svg" Type="http://schemas.openxmlformats.org/officeDocument/2006/relationships/image"/><Relationship Id="rId15" Target="../media/image68.png" Type="http://schemas.openxmlformats.org/officeDocument/2006/relationships/image"/><Relationship Id="rId16" Target="../media/image69.svg" Type="http://schemas.openxmlformats.org/officeDocument/2006/relationships/image"/><Relationship Id="rId2" Target="../media/image1.pn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svg" Type="http://schemas.openxmlformats.org/officeDocument/2006/relationships/image"/><Relationship Id="rId11" Target="../media/image74.png" Type="http://schemas.openxmlformats.org/officeDocument/2006/relationships/image"/><Relationship Id="rId12" Target="../media/image75.svg" Type="http://schemas.openxmlformats.org/officeDocument/2006/relationships/image"/><Relationship Id="rId13" Target="../media/image76.png" Type="http://schemas.openxmlformats.org/officeDocument/2006/relationships/image"/><Relationship Id="rId14" Target="../media/image77.svg" Type="http://schemas.openxmlformats.org/officeDocument/2006/relationships/image"/><Relationship Id="rId15" Target="../media/image78.png" Type="http://schemas.openxmlformats.org/officeDocument/2006/relationships/image"/><Relationship Id="rId16" Target="../media/image79.svg" Type="http://schemas.openxmlformats.org/officeDocument/2006/relationships/image"/><Relationship Id="rId2" Target="../media/image1.pn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88.png" Type="http://schemas.openxmlformats.org/officeDocument/2006/relationships/image"/><Relationship Id="rId16" Target="../media/image89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media/image88.png" Type="http://schemas.openxmlformats.org/officeDocument/2006/relationships/image"/><Relationship Id="rId14" Target="../media/image89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90.png" Type="http://schemas.openxmlformats.org/officeDocument/2006/relationships/image"/><Relationship Id="rId16" Target="../media/image91.svg" Type="http://schemas.openxmlformats.org/officeDocument/2006/relationships/image"/><Relationship Id="rId2" Target="../media/image1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78.png" Type="http://schemas.openxmlformats.org/officeDocument/2006/relationships/image"/><Relationship Id="rId14" Target="../media/image79.svg" Type="http://schemas.openxmlformats.org/officeDocument/2006/relationships/image"/><Relationship Id="rId15" Target="../media/image64.png" Type="http://schemas.openxmlformats.org/officeDocument/2006/relationships/image"/><Relationship Id="rId16" Target="../media/image65.svg" Type="http://schemas.openxmlformats.org/officeDocument/2006/relationships/image"/><Relationship Id="rId17" Target="../media/image90.png" Type="http://schemas.openxmlformats.org/officeDocument/2006/relationships/image"/><Relationship Id="rId18" Target="../media/image91.svg" Type="http://schemas.openxmlformats.org/officeDocument/2006/relationships/image"/><Relationship Id="rId19" Target="../media/image68.png" Type="http://schemas.openxmlformats.org/officeDocument/2006/relationships/image"/><Relationship Id="rId2" Target="../media/image1.png" Type="http://schemas.openxmlformats.org/officeDocument/2006/relationships/image"/><Relationship Id="rId20" Target="../media/image69.svg" Type="http://schemas.openxmlformats.org/officeDocument/2006/relationships/image"/><Relationship Id="rId21" Target="../media/image96.png" Type="http://schemas.openxmlformats.org/officeDocument/2006/relationships/image"/><Relationship Id="rId22" Target="../media/image97.svg" Type="http://schemas.openxmlformats.org/officeDocument/2006/relationships/image"/><Relationship Id="rId23" Target="../media/image98.png" Type="http://schemas.openxmlformats.org/officeDocument/2006/relationships/image"/><Relationship Id="rId24" Target="../media/image99.sv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41985" y="-2321896"/>
            <a:ext cx="9237232" cy="6701192"/>
          </a:xfrm>
          <a:custGeom>
            <a:avLst/>
            <a:gdLst/>
            <a:ahLst/>
            <a:cxnLst/>
            <a:rect r="r" b="b" t="t" l="l"/>
            <a:pathLst>
              <a:path h="6701192" w="9237232">
                <a:moveTo>
                  <a:pt x="0" y="0"/>
                </a:moveTo>
                <a:lnTo>
                  <a:pt x="9237232" y="0"/>
                </a:lnTo>
                <a:lnTo>
                  <a:pt x="9237232" y="6701192"/>
                </a:lnTo>
                <a:lnTo>
                  <a:pt x="0" y="6701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0364">
            <a:off x="-3647865" y="5493319"/>
            <a:ext cx="9353130" cy="6003009"/>
          </a:xfrm>
          <a:custGeom>
            <a:avLst/>
            <a:gdLst/>
            <a:ahLst/>
            <a:cxnLst/>
            <a:rect r="r" b="b" t="t" l="l"/>
            <a:pathLst>
              <a:path h="6003009" w="9353130">
                <a:moveTo>
                  <a:pt x="0" y="0"/>
                </a:moveTo>
                <a:lnTo>
                  <a:pt x="9353130" y="0"/>
                </a:lnTo>
                <a:lnTo>
                  <a:pt x="9353130" y="6003009"/>
                </a:lnTo>
                <a:lnTo>
                  <a:pt x="0" y="6003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61663">
            <a:off x="3839883" y="2026394"/>
            <a:ext cx="1894390" cy="492541"/>
          </a:xfrm>
          <a:custGeom>
            <a:avLst/>
            <a:gdLst/>
            <a:ahLst/>
            <a:cxnLst/>
            <a:rect r="r" b="b" t="t" l="l"/>
            <a:pathLst>
              <a:path h="492541" w="1894390">
                <a:moveTo>
                  <a:pt x="0" y="0"/>
                </a:moveTo>
                <a:lnTo>
                  <a:pt x="1894390" y="0"/>
                </a:lnTo>
                <a:lnTo>
                  <a:pt x="1894390" y="492542"/>
                </a:lnTo>
                <a:lnTo>
                  <a:pt x="0" y="4925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1641985" y="8261985"/>
            <a:ext cx="2789747" cy="913008"/>
          </a:xfrm>
          <a:custGeom>
            <a:avLst/>
            <a:gdLst/>
            <a:ahLst/>
            <a:cxnLst/>
            <a:rect r="r" b="b" t="t" l="l"/>
            <a:pathLst>
              <a:path h="913008" w="2789747">
                <a:moveTo>
                  <a:pt x="0" y="0"/>
                </a:moveTo>
                <a:lnTo>
                  <a:pt x="2789747" y="0"/>
                </a:lnTo>
                <a:lnTo>
                  <a:pt x="2789747" y="913008"/>
                </a:lnTo>
                <a:lnTo>
                  <a:pt x="0" y="9130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32590" y="2101215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7788" y="6334098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15016">
            <a:off x="-1263278" y="-850590"/>
            <a:ext cx="15845855" cy="15528938"/>
          </a:xfrm>
          <a:custGeom>
            <a:avLst/>
            <a:gdLst/>
            <a:ahLst/>
            <a:cxnLst/>
            <a:rect r="r" b="b" t="t" l="l"/>
            <a:pathLst>
              <a:path h="15528938" w="15845855">
                <a:moveTo>
                  <a:pt x="15845855" y="0"/>
                </a:moveTo>
                <a:lnTo>
                  <a:pt x="0" y="0"/>
                </a:lnTo>
                <a:lnTo>
                  <a:pt x="0" y="15528939"/>
                </a:lnTo>
                <a:lnTo>
                  <a:pt x="15845855" y="15528939"/>
                </a:lnTo>
                <a:lnTo>
                  <a:pt x="1584585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0110">
            <a:off x="12872840" y="2608227"/>
            <a:ext cx="1161514" cy="1161514"/>
          </a:xfrm>
          <a:custGeom>
            <a:avLst/>
            <a:gdLst/>
            <a:ahLst/>
            <a:cxnLst/>
            <a:rect r="r" b="b" t="t" l="l"/>
            <a:pathLst>
              <a:path h="1161514" w="1161514">
                <a:moveTo>
                  <a:pt x="0" y="0"/>
                </a:moveTo>
                <a:lnTo>
                  <a:pt x="1161514" y="0"/>
                </a:lnTo>
                <a:lnTo>
                  <a:pt x="1161514" y="1161514"/>
                </a:lnTo>
                <a:lnTo>
                  <a:pt x="0" y="1161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0007" y="2503143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70114" y="6333490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0955" y="1028700"/>
            <a:ext cx="12595429" cy="10832069"/>
          </a:xfrm>
          <a:custGeom>
            <a:avLst/>
            <a:gdLst/>
            <a:ahLst/>
            <a:cxnLst/>
            <a:rect r="r" b="b" t="t" l="l"/>
            <a:pathLst>
              <a:path h="10832069" w="12595429">
                <a:moveTo>
                  <a:pt x="0" y="0"/>
                </a:moveTo>
                <a:lnTo>
                  <a:pt x="12595430" y="0"/>
                </a:lnTo>
                <a:lnTo>
                  <a:pt x="12595430" y="10832069"/>
                </a:lnTo>
                <a:lnTo>
                  <a:pt x="0" y="10832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69861">
            <a:off x="7011879" y="491577"/>
            <a:ext cx="3200562" cy="1483897"/>
          </a:xfrm>
          <a:custGeom>
            <a:avLst/>
            <a:gdLst/>
            <a:ahLst/>
            <a:cxnLst/>
            <a:rect r="r" b="b" t="t" l="l"/>
            <a:pathLst>
              <a:path h="1483897" w="3200562">
                <a:moveTo>
                  <a:pt x="0" y="0"/>
                </a:moveTo>
                <a:lnTo>
                  <a:pt x="3200562" y="0"/>
                </a:lnTo>
                <a:lnTo>
                  <a:pt x="3200562" y="1483897"/>
                </a:lnTo>
                <a:lnTo>
                  <a:pt x="0" y="1483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366174" y="7249856"/>
            <a:ext cx="2789747" cy="913008"/>
          </a:xfrm>
          <a:custGeom>
            <a:avLst/>
            <a:gdLst/>
            <a:ahLst/>
            <a:cxnLst/>
            <a:rect r="r" b="b" t="t" l="l"/>
            <a:pathLst>
              <a:path h="913008" w="2789747">
                <a:moveTo>
                  <a:pt x="0" y="0"/>
                </a:moveTo>
                <a:lnTo>
                  <a:pt x="2789748" y="0"/>
                </a:lnTo>
                <a:lnTo>
                  <a:pt x="2789748" y="913008"/>
                </a:lnTo>
                <a:lnTo>
                  <a:pt x="0" y="913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74392">
            <a:off x="8984555" y="3096374"/>
            <a:ext cx="1950434" cy="1744752"/>
          </a:xfrm>
          <a:custGeom>
            <a:avLst/>
            <a:gdLst/>
            <a:ahLst/>
            <a:cxnLst/>
            <a:rect r="r" b="b" t="t" l="l"/>
            <a:pathLst>
              <a:path h="1744752" w="1950434">
                <a:moveTo>
                  <a:pt x="0" y="0"/>
                </a:moveTo>
                <a:lnTo>
                  <a:pt x="1950433" y="0"/>
                </a:lnTo>
                <a:lnTo>
                  <a:pt x="1950433" y="1744752"/>
                </a:lnTo>
                <a:lnTo>
                  <a:pt x="0" y="17447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726143" y="2680"/>
            <a:ext cx="8466416" cy="468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84"/>
              </a:lnSpc>
              <a:spcBef>
                <a:spcPct val="0"/>
              </a:spcBef>
            </a:pPr>
            <a:r>
              <a:rPr lang="en-US" b="true" sz="1348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78590" y="7183181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76763" y="647700"/>
            <a:ext cx="11967610" cy="10596775"/>
          </a:xfrm>
          <a:custGeom>
            <a:avLst/>
            <a:gdLst/>
            <a:ahLst/>
            <a:cxnLst/>
            <a:rect r="r" b="b" t="t" l="l"/>
            <a:pathLst>
              <a:path h="10596775" w="11967610">
                <a:moveTo>
                  <a:pt x="0" y="0"/>
                </a:moveTo>
                <a:lnTo>
                  <a:pt x="11967610" y="0"/>
                </a:lnTo>
                <a:lnTo>
                  <a:pt x="11967610" y="10596775"/>
                </a:lnTo>
                <a:lnTo>
                  <a:pt x="0" y="1059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8279">
            <a:off x="10736438" y="847248"/>
            <a:ext cx="4127384" cy="1320763"/>
          </a:xfrm>
          <a:custGeom>
            <a:avLst/>
            <a:gdLst/>
            <a:ahLst/>
            <a:cxnLst/>
            <a:rect r="r" b="b" t="t" l="l"/>
            <a:pathLst>
              <a:path h="1320763" w="4127384">
                <a:moveTo>
                  <a:pt x="0" y="0"/>
                </a:moveTo>
                <a:lnTo>
                  <a:pt x="4127384" y="0"/>
                </a:lnTo>
                <a:lnTo>
                  <a:pt x="4127384" y="1320763"/>
                </a:lnTo>
                <a:lnTo>
                  <a:pt x="0" y="13207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8504">
            <a:off x="668282" y="850736"/>
            <a:ext cx="4215852" cy="4008892"/>
          </a:xfrm>
          <a:custGeom>
            <a:avLst/>
            <a:gdLst/>
            <a:ahLst/>
            <a:cxnLst/>
            <a:rect r="r" b="b" t="t" l="l"/>
            <a:pathLst>
              <a:path h="4008892" w="4215852">
                <a:moveTo>
                  <a:pt x="0" y="0"/>
                </a:moveTo>
                <a:lnTo>
                  <a:pt x="4215853" y="0"/>
                </a:lnTo>
                <a:lnTo>
                  <a:pt x="4215853" y="4008892"/>
                </a:lnTo>
                <a:lnTo>
                  <a:pt x="0" y="40088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375733">
            <a:off x="4049764" y="1169465"/>
            <a:ext cx="1447978" cy="376474"/>
          </a:xfrm>
          <a:custGeom>
            <a:avLst/>
            <a:gdLst/>
            <a:ahLst/>
            <a:cxnLst/>
            <a:rect r="r" b="b" t="t" l="l"/>
            <a:pathLst>
              <a:path h="376474" w="1447978">
                <a:moveTo>
                  <a:pt x="0" y="0"/>
                </a:moveTo>
                <a:lnTo>
                  <a:pt x="1447977" y="0"/>
                </a:lnTo>
                <a:lnTo>
                  <a:pt x="1447977" y="376474"/>
                </a:lnTo>
                <a:lnTo>
                  <a:pt x="0" y="3764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370604">
            <a:off x="16410739" y="2692134"/>
            <a:ext cx="1697122" cy="1697122"/>
          </a:xfrm>
          <a:custGeom>
            <a:avLst/>
            <a:gdLst/>
            <a:ahLst/>
            <a:cxnLst/>
            <a:rect r="r" b="b" t="t" l="l"/>
            <a:pathLst>
              <a:path h="1697122" w="1697122">
                <a:moveTo>
                  <a:pt x="0" y="0"/>
                </a:moveTo>
                <a:lnTo>
                  <a:pt x="1697122" y="0"/>
                </a:lnTo>
                <a:lnTo>
                  <a:pt x="1697122" y="1697122"/>
                </a:lnTo>
                <a:lnTo>
                  <a:pt x="0" y="16971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20031" y="3496120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10595" y="6854962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3648905" y="-2509263"/>
            <a:ext cx="1359543" cy="8435469"/>
          </a:xfrm>
          <a:custGeom>
            <a:avLst/>
            <a:gdLst/>
            <a:ahLst/>
            <a:cxnLst/>
            <a:rect r="r" b="b" t="t" l="l"/>
            <a:pathLst>
              <a:path h="8435469" w="1359543">
                <a:moveTo>
                  <a:pt x="0" y="0"/>
                </a:moveTo>
                <a:lnTo>
                  <a:pt x="1359543" y="0"/>
                </a:lnTo>
                <a:lnTo>
                  <a:pt x="1359543" y="8435469"/>
                </a:lnTo>
                <a:lnTo>
                  <a:pt x="0" y="843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29709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3574" y="3143250"/>
            <a:ext cx="6242363" cy="5969969"/>
          </a:xfrm>
          <a:custGeom>
            <a:avLst/>
            <a:gdLst/>
            <a:ahLst/>
            <a:cxnLst/>
            <a:rect r="r" b="b" t="t" l="l"/>
            <a:pathLst>
              <a:path h="5969969" w="6242363">
                <a:moveTo>
                  <a:pt x="0" y="0"/>
                </a:moveTo>
                <a:lnTo>
                  <a:pt x="6242363" y="0"/>
                </a:lnTo>
                <a:lnTo>
                  <a:pt x="6242363" y="5969969"/>
                </a:lnTo>
                <a:lnTo>
                  <a:pt x="0" y="59699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16937" y="3288331"/>
            <a:ext cx="6242363" cy="5969969"/>
          </a:xfrm>
          <a:custGeom>
            <a:avLst/>
            <a:gdLst/>
            <a:ahLst/>
            <a:cxnLst/>
            <a:rect r="r" b="b" t="t" l="l"/>
            <a:pathLst>
              <a:path h="5969969" w="6242363">
                <a:moveTo>
                  <a:pt x="0" y="0"/>
                </a:moveTo>
                <a:lnTo>
                  <a:pt x="6242363" y="0"/>
                </a:lnTo>
                <a:lnTo>
                  <a:pt x="6242363" y="5969969"/>
                </a:lnTo>
                <a:lnTo>
                  <a:pt x="0" y="59699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32327" y="4169010"/>
            <a:ext cx="4764858" cy="4556937"/>
          </a:xfrm>
          <a:custGeom>
            <a:avLst/>
            <a:gdLst/>
            <a:ahLst/>
            <a:cxnLst/>
            <a:rect r="r" b="b" t="t" l="l"/>
            <a:pathLst>
              <a:path h="4556937" w="4764858">
                <a:moveTo>
                  <a:pt x="0" y="0"/>
                </a:moveTo>
                <a:lnTo>
                  <a:pt x="4764858" y="0"/>
                </a:lnTo>
                <a:lnTo>
                  <a:pt x="4764858" y="4556938"/>
                </a:lnTo>
                <a:lnTo>
                  <a:pt x="0" y="45569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85247" y="5075269"/>
            <a:ext cx="3459017" cy="3308078"/>
          </a:xfrm>
          <a:custGeom>
            <a:avLst/>
            <a:gdLst/>
            <a:ahLst/>
            <a:cxnLst/>
            <a:rect r="r" b="b" t="t" l="l"/>
            <a:pathLst>
              <a:path h="3308078" w="3459017">
                <a:moveTo>
                  <a:pt x="0" y="0"/>
                </a:moveTo>
                <a:lnTo>
                  <a:pt x="3459017" y="0"/>
                </a:lnTo>
                <a:lnTo>
                  <a:pt x="3459017" y="3308078"/>
                </a:lnTo>
                <a:lnTo>
                  <a:pt x="0" y="3308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26594" y="5905612"/>
            <a:ext cx="2376324" cy="2272630"/>
          </a:xfrm>
          <a:custGeom>
            <a:avLst/>
            <a:gdLst/>
            <a:ahLst/>
            <a:cxnLst/>
            <a:rect r="r" b="b" t="t" l="l"/>
            <a:pathLst>
              <a:path h="2272630" w="2376324">
                <a:moveTo>
                  <a:pt x="0" y="0"/>
                </a:moveTo>
                <a:lnTo>
                  <a:pt x="2376324" y="0"/>
                </a:lnTo>
                <a:lnTo>
                  <a:pt x="2376324" y="2272630"/>
                </a:lnTo>
                <a:lnTo>
                  <a:pt x="0" y="227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757786">
            <a:off x="17463012" y="469387"/>
            <a:ext cx="1094220" cy="1118626"/>
          </a:xfrm>
          <a:custGeom>
            <a:avLst/>
            <a:gdLst/>
            <a:ahLst/>
            <a:cxnLst/>
            <a:rect r="r" b="b" t="t" l="l"/>
            <a:pathLst>
              <a:path h="1118626" w="1094220">
                <a:moveTo>
                  <a:pt x="0" y="0"/>
                </a:moveTo>
                <a:lnTo>
                  <a:pt x="1094220" y="0"/>
                </a:lnTo>
                <a:lnTo>
                  <a:pt x="1094220" y="1118626"/>
                </a:lnTo>
                <a:lnTo>
                  <a:pt x="0" y="1118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54731">
            <a:off x="9659770" y="2184004"/>
            <a:ext cx="1952335" cy="635396"/>
          </a:xfrm>
          <a:custGeom>
            <a:avLst/>
            <a:gdLst/>
            <a:ahLst/>
            <a:cxnLst/>
            <a:rect r="r" b="b" t="t" l="l"/>
            <a:pathLst>
              <a:path h="635396" w="1952335">
                <a:moveTo>
                  <a:pt x="0" y="0"/>
                </a:moveTo>
                <a:lnTo>
                  <a:pt x="1952334" y="0"/>
                </a:lnTo>
                <a:lnTo>
                  <a:pt x="1952334" y="635396"/>
                </a:lnTo>
                <a:lnTo>
                  <a:pt x="0" y="63539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334876">
            <a:off x="171008" y="8269444"/>
            <a:ext cx="2789747" cy="913008"/>
          </a:xfrm>
          <a:custGeom>
            <a:avLst/>
            <a:gdLst/>
            <a:ahLst/>
            <a:cxnLst/>
            <a:rect r="r" b="b" t="t" l="l"/>
            <a:pathLst>
              <a:path h="913008" w="2789747">
                <a:moveTo>
                  <a:pt x="0" y="0"/>
                </a:moveTo>
                <a:lnTo>
                  <a:pt x="2789747" y="0"/>
                </a:lnTo>
                <a:lnTo>
                  <a:pt x="2789747" y="913008"/>
                </a:lnTo>
                <a:lnTo>
                  <a:pt x="0" y="91300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10110">
            <a:off x="2004379" y="4494989"/>
            <a:ext cx="1110611" cy="1110611"/>
          </a:xfrm>
          <a:custGeom>
            <a:avLst/>
            <a:gdLst/>
            <a:ahLst/>
            <a:cxnLst/>
            <a:rect r="r" b="b" t="t" l="l"/>
            <a:pathLst>
              <a:path h="1110611" w="1110611">
                <a:moveTo>
                  <a:pt x="0" y="0"/>
                </a:moveTo>
                <a:lnTo>
                  <a:pt x="1110611" y="0"/>
                </a:lnTo>
                <a:lnTo>
                  <a:pt x="1110611" y="1110611"/>
                </a:lnTo>
                <a:lnTo>
                  <a:pt x="0" y="111061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369907">
            <a:off x="16942226" y="8797866"/>
            <a:ext cx="634148" cy="634148"/>
          </a:xfrm>
          <a:custGeom>
            <a:avLst/>
            <a:gdLst/>
            <a:ahLst/>
            <a:cxnLst/>
            <a:rect r="r" b="b" t="t" l="l"/>
            <a:pathLst>
              <a:path h="634148" w="634148">
                <a:moveTo>
                  <a:pt x="0" y="0"/>
                </a:moveTo>
                <a:lnTo>
                  <a:pt x="634148" y="0"/>
                </a:lnTo>
                <a:lnTo>
                  <a:pt x="634148" y="634149"/>
                </a:lnTo>
                <a:lnTo>
                  <a:pt x="0" y="63414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97091" y="1463361"/>
            <a:ext cx="6462209" cy="45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  <a:spcBef>
                <a:spcPct val="0"/>
              </a:spcBef>
            </a:pPr>
            <a:r>
              <a:rPr lang="en-US" sz="3209" u="none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 sneak peak to the set of Real Numbers.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2702" y="735924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34323" y="5823909"/>
            <a:ext cx="458870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3526532" y="-1643845"/>
            <a:ext cx="14059385" cy="13574690"/>
          </a:xfrm>
          <a:custGeom>
            <a:avLst/>
            <a:gdLst/>
            <a:ahLst/>
            <a:cxnLst/>
            <a:rect r="r" b="b" t="t" l="l"/>
            <a:pathLst>
              <a:path h="13574690" w="14059385">
                <a:moveTo>
                  <a:pt x="0" y="0"/>
                </a:moveTo>
                <a:lnTo>
                  <a:pt x="14059385" y="0"/>
                </a:lnTo>
                <a:lnTo>
                  <a:pt x="14059385" y="13574690"/>
                </a:lnTo>
                <a:lnTo>
                  <a:pt x="0" y="1357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9758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25472" y="3349797"/>
            <a:ext cx="684498" cy="891541"/>
            <a:chOff x="0" y="0"/>
            <a:chExt cx="912664" cy="11887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12664" cy="1236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3"/>
                </a:lnSpc>
              </a:pPr>
              <a:r>
                <a:rPr lang="en-US" sz="3209">
                  <a:solidFill>
                    <a:srgbClr val="FFFFFF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a</a:t>
              </a:r>
            </a:p>
            <a:p>
              <a:pPr algn="ctr" marL="0" indent="0" lvl="0">
                <a:lnSpc>
                  <a:spcPts val="4493"/>
                </a:lnSpc>
                <a:spcBef>
                  <a:spcPct val="0"/>
                </a:spcBef>
              </a:pPr>
              <a:r>
                <a:rPr lang="en-US" sz="3209">
                  <a:solidFill>
                    <a:srgbClr val="FFFFFF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b</a:t>
              </a:r>
            </a:p>
          </p:txBody>
        </p:sp>
        <p:sp>
          <p:nvSpPr>
            <p:cNvPr name="AutoShape 6" id="6"/>
            <p:cNvSpPr/>
            <p:nvPr/>
          </p:nvSpPr>
          <p:spPr>
            <a:xfrm rot="0">
              <a:off x="83265" y="594361"/>
              <a:ext cx="746135" cy="0"/>
            </a:xfrm>
            <a:prstGeom prst="line">
              <a:avLst/>
            </a:prstGeom>
            <a:ln cap="rnd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933409" y="9011896"/>
            <a:ext cx="5333269" cy="1735737"/>
          </a:xfrm>
          <a:custGeom>
            <a:avLst/>
            <a:gdLst/>
            <a:ahLst/>
            <a:cxnLst/>
            <a:rect r="r" b="b" t="t" l="l"/>
            <a:pathLst>
              <a:path h="1735737" w="5333269">
                <a:moveTo>
                  <a:pt x="0" y="0"/>
                </a:moveTo>
                <a:lnTo>
                  <a:pt x="5333270" y="0"/>
                </a:lnTo>
                <a:lnTo>
                  <a:pt x="5333270" y="1735737"/>
                </a:lnTo>
                <a:lnTo>
                  <a:pt x="0" y="1735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59999">
            <a:off x="8458773" y="7361801"/>
            <a:ext cx="2351853" cy="2262055"/>
          </a:xfrm>
          <a:custGeom>
            <a:avLst/>
            <a:gdLst/>
            <a:ahLst/>
            <a:cxnLst/>
            <a:rect r="r" b="b" t="t" l="l"/>
            <a:pathLst>
              <a:path h="2262055" w="2351853">
                <a:moveTo>
                  <a:pt x="0" y="0"/>
                </a:moveTo>
                <a:lnTo>
                  <a:pt x="2351852" y="0"/>
                </a:lnTo>
                <a:lnTo>
                  <a:pt x="2351852" y="2262055"/>
                </a:lnTo>
                <a:lnTo>
                  <a:pt x="0" y="22620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26044">
            <a:off x="10294622" y="1671454"/>
            <a:ext cx="2829280" cy="2705821"/>
          </a:xfrm>
          <a:custGeom>
            <a:avLst/>
            <a:gdLst/>
            <a:ahLst/>
            <a:cxnLst/>
            <a:rect r="r" b="b" t="t" l="l"/>
            <a:pathLst>
              <a:path h="2705821" w="2829280">
                <a:moveTo>
                  <a:pt x="0" y="0"/>
                </a:moveTo>
                <a:lnTo>
                  <a:pt x="2829280" y="0"/>
                </a:lnTo>
                <a:lnTo>
                  <a:pt x="2829280" y="2705821"/>
                </a:lnTo>
                <a:lnTo>
                  <a:pt x="0" y="27058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73728">
            <a:off x="14363485" y="2808346"/>
            <a:ext cx="2829280" cy="2705821"/>
          </a:xfrm>
          <a:custGeom>
            <a:avLst/>
            <a:gdLst/>
            <a:ahLst/>
            <a:cxnLst/>
            <a:rect r="r" b="b" t="t" l="l"/>
            <a:pathLst>
              <a:path h="2705821" w="2829280">
                <a:moveTo>
                  <a:pt x="0" y="0"/>
                </a:moveTo>
                <a:lnTo>
                  <a:pt x="2829280" y="0"/>
                </a:lnTo>
                <a:lnTo>
                  <a:pt x="2829280" y="2705821"/>
                </a:lnTo>
                <a:lnTo>
                  <a:pt x="0" y="27058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73728">
            <a:off x="12248935" y="6137781"/>
            <a:ext cx="2829280" cy="2705821"/>
          </a:xfrm>
          <a:custGeom>
            <a:avLst/>
            <a:gdLst/>
            <a:ahLst/>
            <a:cxnLst/>
            <a:rect r="r" b="b" t="t" l="l"/>
            <a:pathLst>
              <a:path h="2705821" w="2829280">
                <a:moveTo>
                  <a:pt x="0" y="0"/>
                </a:moveTo>
                <a:lnTo>
                  <a:pt x="2829280" y="0"/>
                </a:lnTo>
                <a:lnTo>
                  <a:pt x="2829280" y="2705821"/>
                </a:lnTo>
                <a:lnTo>
                  <a:pt x="0" y="27058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84095" y="2166479"/>
            <a:ext cx="1250335" cy="164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9</a:t>
            </a:r>
          </a:p>
          <a:p>
            <a:pPr algn="ctr" marL="0" indent="0" lvl="0">
              <a:lnSpc>
                <a:spcPts val="7722"/>
              </a:lnSpc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17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52957" y="3714852"/>
            <a:ext cx="125033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 u="none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2.3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8407" y="7044287"/>
            <a:ext cx="125033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 u="none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0</a:t>
            </a:r>
          </a:p>
        </p:txBody>
      </p:sp>
      <p:sp>
        <p:nvSpPr>
          <p:cNvPr name="AutoShape 15" id="15"/>
          <p:cNvSpPr/>
          <p:nvPr/>
        </p:nvSpPr>
        <p:spPr>
          <a:xfrm rot="0">
            <a:off x="11281258" y="2976739"/>
            <a:ext cx="856008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910110">
            <a:off x="10392633" y="5512744"/>
            <a:ext cx="1110611" cy="1110611"/>
          </a:xfrm>
          <a:custGeom>
            <a:avLst/>
            <a:gdLst/>
            <a:ahLst/>
            <a:cxnLst/>
            <a:rect r="r" b="b" t="t" l="l"/>
            <a:pathLst>
              <a:path h="1110611" w="1110611">
                <a:moveTo>
                  <a:pt x="0" y="0"/>
                </a:moveTo>
                <a:lnTo>
                  <a:pt x="1110611" y="0"/>
                </a:lnTo>
                <a:lnTo>
                  <a:pt x="1110611" y="1110611"/>
                </a:lnTo>
                <a:lnTo>
                  <a:pt x="0" y="11106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8100000">
            <a:off x="16324345" y="2516519"/>
            <a:ext cx="1447978" cy="376474"/>
          </a:xfrm>
          <a:custGeom>
            <a:avLst/>
            <a:gdLst/>
            <a:ahLst/>
            <a:cxnLst/>
            <a:rect r="r" b="b" t="t" l="l"/>
            <a:pathLst>
              <a:path h="376474" w="1447978">
                <a:moveTo>
                  <a:pt x="0" y="0"/>
                </a:moveTo>
                <a:lnTo>
                  <a:pt x="1447977" y="0"/>
                </a:lnTo>
                <a:lnTo>
                  <a:pt x="1447977" y="376474"/>
                </a:lnTo>
                <a:lnTo>
                  <a:pt x="0" y="3764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413510">
            <a:off x="16460338" y="7778682"/>
            <a:ext cx="1077606" cy="1077606"/>
          </a:xfrm>
          <a:custGeom>
            <a:avLst/>
            <a:gdLst/>
            <a:ahLst/>
            <a:cxnLst/>
            <a:rect r="r" b="b" t="t" l="l"/>
            <a:pathLst>
              <a:path h="1077606" w="1077606">
                <a:moveTo>
                  <a:pt x="0" y="0"/>
                </a:moveTo>
                <a:lnTo>
                  <a:pt x="1077606" y="0"/>
                </a:lnTo>
                <a:lnTo>
                  <a:pt x="1077606" y="1077606"/>
                </a:lnTo>
                <a:lnTo>
                  <a:pt x="0" y="10776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0" y="1610233"/>
            <a:ext cx="829130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7122" y="5487659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3526532" y="-1643845"/>
            <a:ext cx="14059385" cy="13574690"/>
          </a:xfrm>
          <a:custGeom>
            <a:avLst/>
            <a:gdLst/>
            <a:ahLst/>
            <a:cxnLst/>
            <a:rect r="r" b="b" t="t" l="l"/>
            <a:pathLst>
              <a:path h="13574690" w="14059385">
                <a:moveTo>
                  <a:pt x="0" y="0"/>
                </a:moveTo>
                <a:lnTo>
                  <a:pt x="14059385" y="0"/>
                </a:lnTo>
                <a:lnTo>
                  <a:pt x="14059385" y="13574690"/>
                </a:lnTo>
                <a:lnTo>
                  <a:pt x="0" y="1357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975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3409" y="9011896"/>
            <a:ext cx="5333269" cy="1735737"/>
          </a:xfrm>
          <a:custGeom>
            <a:avLst/>
            <a:gdLst/>
            <a:ahLst/>
            <a:cxnLst/>
            <a:rect r="r" b="b" t="t" l="l"/>
            <a:pathLst>
              <a:path h="1735737" w="5333269">
                <a:moveTo>
                  <a:pt x="0" y="0"/>
                </a:moveTo>
                <a:lnTo>
                  <a:pt x="5333270" y="0"/>
                </a:lnTo>
                <a:lnTo>
                  <a:pt x="5333270" y="1735737"/>
                </a:lnTo>
                <a:lnTo>
                  <a:pt x="0" y="1735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3632">
            <a:off x="3596208" y="7705859"/>
            <a:ext cx="2312263" cy="1841402"/>
          </a:xfrm>
          <a:custGeom>
            <a:avLst/>
            <a:gdLst/>
            <a:ahLst/>
            <a:cxnLst/>
            <a:rect r="r" b="b" t="t" l="l"/>
            <a:pathLst>
              <a:path h="1841402" w="2312263">
                <a:moveTo>
                  <a:pt x="0" y="0"/>
                </a:moveTo>
                <a:lnTo>
                  <a:pt x="2312263" y="0"/>
                </a:lnTo>
                <a:lnTo>
                  <a:pt x="2312263" y="1841402"/>
                </a:lnTo>
                <a:lnTo>
                  <a:pt x="0" y="18414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815665">
            <a:off x="9906071" y="1356105"/>
            <a:ext cx="2906871" cy="3051105"/>
          </a:xfrm>
          <a:custGeom>
            <a:avLst/>
            <a:gdLst/>
            <a:ahLst/>
            <a:cxnLst/>
            <a:rect r="r" b="b" t="t" l="l"/>
            <a:pathLst>
              <a:path h="3051105" w="2906871">
                <a:moveTo>
                  <a:pt x="0" y="0"/>
                </a:moveTo>
                <a:lnTo>
                  <a:pt x="2906870" y="0"/>
                </a:lnTo>
                <a:lnTo>
                  <a:pt x="2906870" y="3051105"/>
                </a:lnTo>
                <a:lnTo>
                  <a:pt x="0" y="30511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884824">
            <a:off x="14025246" y="2544304"/>
            <a:ext cx="3097492" cy="3251185"/>
          </a:xfrm>
          <a:custGeom>
            <a:avLst/>
            <a:gdLst/>
            <a:ahLst/>
            <a:cxnLst/>
            <a:rect r="r" b="b" t="t" l="l"/>
            <a:pathLst>
              <a:path h="3251185" w="3097492">
                <a:moveTo>
                  <a:pt x="0" y="0"/>
                </a:moveTo>
                <a:lnTo>
                  <a:pt x="3097493" y="0"/>
                </a:lnTo>
                <a:lnTo>
                  <a:pt x="3097493" y="3251185"/>
                </a:lnTo>
                <a:lnTo>
                  <a:pt x="0" y="32511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102844">
            <a:off x="11595795" y="6287499"/>
            <a:ext cx="2906871" cy="3051105"/>
          </a:xfrm>
          <a:custGeom>
            <a:avLst/>
            <a:gdLst/>
            <a:ahLst/>
            <a:cxnLst/>
            <a:rect r="r" b="b" t="t" l="l"/>
            <a:pathLst>
              <a:path h="3051105" w="2906871">
                <a:moveTo>
                  <a:pt x="0" y="0"/>
                </a:moveTo>
                <a:lnTo>
                  <a:pt x="2906871" y="0"/>
                </a:lnTo>
                <a:lnTo>
                  <a:pt x="2906871" y="3051105"/>
                </a:lnTo>
                <a:lnTo>
                  <a:pt x="0" y="30511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07058" y="2013147"/>
            <a:ext cx="1159022" cy="139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03"/>
              </a:lnSpc>
              <a:spcBef>
                <a:spcPct val="0"/>
              </a:spcBef>
            </a:pPr>
            <a:r>
              <a:rPr lang="en-US" b="true" sz="9502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71355" y="3723491"/>
            <a:ext cx="24052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-1.256...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5331" y="7404747"/>
            <a:ext cx="1304053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19076" y="7023112"/>
            <a:ext cx="1344156" cy="139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03"/>
              </a:lnSpc>
              <a:spcBef>
                <a:spcPct val="0"/>
              </a:spcBef>
            </a:pPr>
            <a:r>
              <a:rPr lang="en-US" b="true" sz="9502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√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910110">
            <a:off x="12232362" y="1356173"/>
            <a:ext cx="893648" cy="893648"/>
          </a:xfrm>
          <a:custGeom>
            <a:avLst/>
            <a:gdLst/>
            <a:ahLst/>
            <a:cxnLst/>
            <a:rect r="r" b="b" t="t" l="l"/>
            <a:pathLst>
              <a:path h="893648" w="893648">
                <a:moveTo>
                  <a:pt x="0" y="0"/>
                </a:moveTo>
                <a:lnTo>
                  <a:pt x="893648" y="0"/>
                </a:lnTo>
                <a:lnTo>
                  <a:pt x="893648" y="893648"/>
                </a:lnTo>
                <a:lnTo>
                  <a:pt x="0" y="8936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155385">
            <a:off x="14446697" y="8786372"/>
            <a:ext cx="1447978" cy="376474"/>
          </a:xfrm>
          <a:custGeom>
            <a:avLst/>
            <a:gdLst/>
            <a:ahLst/>
            <a:cxnLst/>
            <a:rect r="r" b="b" t="t" l="l"/>
            <a:pathLst>
              <a:path h="376474" w="1447978">
                <a:moveTo>
                  <a:pt x="0" y="0"/>
                </a:moveTo>
                <a:lnTo>
                  <a:pt x="1447978" y="0"/>
                </a:lnTo>
                <a:lnTo>
                  <a:pt x="1447978" y="376474"/>
                </a:lnTo>
                <a:lnTo>
                  <a:pt x="0" y="3764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79152">
            <a:off x="15714864" y="1429639"/>
            <a:ext cx="519848" cy="1528966"/>
          </a:xfrm>
          <a:custGeom>
            <a:avLst/>
            <a:gdLst/>
            <a:ahLst/>
            <a:cxnLst/>
            <a:rect r="r" b="b" t="t" l="l"/>
            <a:pathLst>
              <a:path h="1528966" w="519848">
                <a:moveTo>
                  <a:pt x="0" y="0"/>
                </a:moveTo>
                <a:lnTo>
                  <a:pt x="519848" y="0"/>
                </a:lnTo>
                <a:lnTo>
                  <a:pt x="519848" y="1528966"/>
                </a:lnTo>
                <a:lnTo>
                  <a:pt x="0" y="15289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421" y="1631547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8736" y="5959354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962582">
            <a:off x="10375579" y="1692088"/>
            <a:ext cx="2752467" cy="2575736"/>
          </a:xfrm>
          <a:custGeom>
            <a:avLst/>
            <a:gdLst/>
            <a:ahLst/>
            <a:cxnLst/>
            <a:rect r="r" b="b" t="t" l="l"/>
            <a:pathLst>
              <a:path h="2575736" w="2752467">
                <a:moveTo>
                  <a:pt x="0" y="0"/>
                </a:moveTo>
                <a:lnTo>
                  <a:pt x="2752466" y="0"/>
                </a:lnTo>
                <a:lnTo>
                  <a:pt x="2752466" y="2575736"/>
                </a:lnTo>
                <a:lnTo>
                  <a:pt x="0" y="2575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669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948388">
            <a:off x="14197759" y="3014077"/>
            <a:ext cx="2752467" cy="2575736"/>
          </a:xfrm>
          <a:custGeom>
            <a:avLst/>
            <a:gdLst/>
            <a:ahLst/>
            <a:cxnLst/>
            <a:rect r="r" b="b" t="t" l="l"/>
            <a:pathLst>
              <a:path h="2575736" w="2752467">
                <a:moveTo>
                  <a:pt x="0" y="0"/>
                </a:moveTo>
                <a:lnTo>
                  <a:pt x="2752467" y="0"/>
                </a:lnTo>
                <a:lnTo>
                  <a:pt x="2752467" y="2575735"/>
                </a:lnTo>
                <a:lnTo>
                  <a:pt x="0" y="2575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6697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1705421" y="6216602"/>
            <a:ext cx="2752467" cy="2575736"/>
          </a:xfrm>
          <a:custGeom>
            <a:avLst/>
            <a:gdLst/>
            <a:ahLst/>
            <a:cxnLst/>
            <a:rect r="r" b="b" t="t" l="l"/>
            <a:pathLst>
              <a:path h="2575736" w="2752467">
                <a:moveTo>
                  <a:pt x="0" y="0"/>
                </a:moveTo>
                <a:lnTo>
                  <a:pt x="2752466" y="0"/>
                </a:lnTo>
                <a:lnTo>
                  <a:pt x="2752466" y="2575736"/>
                </a:lnTo>
                <a:lnTo>
                  <a:pt x="0" y="2575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6697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3526532" y="-1643845"/>
            <a:ext cx="14059385" cy="13574690"/>
          </a:xfrm>
          <a:custGeom>
            <a:avLst/>
            <a:gdLst/>
            <a:ahLst/>
            <a:cxnLst/>
            <a:rect r="r" b="b" t="t" l="l"/>
            <a:pathLst>
              <a:path h="13574690" w="14059385">
                <a:moveTo>
                  <a:pt x="0" y="0"/>
                </a:moveTo>
                <a:lnTo>
                  <a:pt x="14059385" y="0"/>
                </a:lnTo>
                <a:lnTo>
                  <a:pt x="14059385" y="13574690"/>
                </a:lnTo>
                <a:lnTo>
                  <a:pt x="0" y="13574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9758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33409" y="9011896"/>
            <a:ext cx="5333269" cy="1735737"/>
          </a:xfrm>
          <a:custGeom>
            <a:avLst/>
            <a:gdLst/>
            <a:ahLst/>
            <a:cxnLst/>
            <a:rect r="r" b="b" t="t" l="l"/>
            <a:pathLst>
              <a:path h="1735737" w="5333269">
                <a:moveTo>
                  <a:pt x="0" y="0"/>
                </a:moveTo>
                <a:lnTo>
                  <a:pt x="5333270" y="0"/>
                </a:lnTo>
                <a:lnTo>
                  <a:pt x="5333270" y="1735737"/>
                </a:lnTo>
                <a:lnTo>
                  <a:pt x="0" y="17357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368998">
            <a:off x="12612583" y="3583186"/>
            <a:ext cx="938141" cy="959066"/>
          </a:xfrm>
          <a:custGeom>
            <a:avLst/>
            <a:gdLst/>
            <a:ahLst/>
            <a:cxnLst/>
            <a:rect r="r" b="b" t="t" l="l"/>
            <a:pathLst>
              <a:path h="959066" w="938141">
                <a:moveTo>
                  <a:pt x="0" y="0"/>
                </a:moveTo>
                <a:lnTo>
                  <a:pt x="938142" y="0"/>
                </a:lnTo>
                <a:lnTo>
                  <a:pt x="938142" y="959067"/>
                </a:lnTo>
                <a:lnTo>
                  <a:pt x="0" y="9590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72644">
            <a:off x="16094816" y="3188258"/>
            <a:ext cx="1384373" cy="442999"/>
          </a:xfrm>
          <a:custGeom>
            <a:avLst/>
            <a:gdLst/>
            <a:ahLst/>
            <a:cxnLst/>
            <a:rect r="r" b="b" t="t" l="l"/>
            <a:pathLst>
              <a:path h="442999" w="1384373">
                <a:moveTo>
                  <a:pt x="0" y="0"/>
                </a:moveTo>
                <a:lnTo>
                  <a:pt x="1384373" y="0"/>
                </a:lnTo>
                <a:lnTo>
                  <a:pt x="1384373" y="442999"/>
                </a:lnTo>
                <a:lnTo>
                  <a:pt x="0" y="4429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90866">
            <a:off x="11133935" y="8010591"/>
            <a:ext cx="1254559" cy="1263750"/>
          </a:xfrm>
          <a:custGeom>
            <a:avLst/>
            <a:gdLst/>
            <a:ahLst/>
            <a:cxnLst/>
            <a:rect r="r" b="b" t="t" l="l"/>
            <a:pathLst>
              <a:path h="1263750" w="1254559">
                <a:moveTo>
                  <a:pt x="0" y="0"/>
                </a:moveTo>
                <a:lnTo>
                  <a:pt x="1254559" y="0"/>
                </a:lnTo>
                <a:lnTo>
                  <a:pt x="1254559" y="1263750"/>
                </a:lnTo>
                <a:lnTo>
                  <a:pt x="0" y="1263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0598">
            <a:off x="6188508" y="7664925"/>
            <a:ext cx="2477929" cy="1842678"/>
          </a:xfrm>
          <a:custGeom>
            <a:avLst/>
            <a:gdLst/>
            <a:ahLst/>
            <a:cxnLst/>
            <a:rect r="r" b="b" t="t" l="l"/>
            <a:pathLst>
              <a:path h="1842678" w="2477929">
                <a:moveTo>
                  <a:pt x="0" y="0"/>
                </a:moveTo>
                <a:lnTo>
                  <a:pt x="2477930" y="0"/>
                </a:lnTo>
                <a:lnTo>
                  <a:pt x="2477930" y="1842679"/>
                </a:lnTo>
                <a:lnTo>
                  <a:pt x="0" y="18426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28555" y="3855540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36217" y="7058065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-98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06375" y="2533551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63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1413412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7554" y="5031937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3526532" y="-1643845"/>
            <a:ext cx="14059385" cy="13574690"/>
          </a:xfrm>
          <a:custGeom>
            <a:avLst/>
            <a:gdLst/>
            <a:ahLst/>
            <a:cxnLst/>
            <a:rect r="r" b="b" t="t" l="l"/>
            <a:pathLst>
              <a:path h="13574690" w="14059385">
                <a:moveTo>
                  <a:pt x="0" y="0"/>
                </a:moveTo>
                <a:lnTo>
                  <a:pt x="14059385" y="0"/>
                </a:lnTo>
                <a:lnTo>
                  <a:pt x="14059385" y="13574690"/>
                </a:lnTo>
                <a:lnTo>
                  <a:pt x="0" y="1357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975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3409" y="9011896"/>
            <a:ext cx="5333269" cy="1735737"/>
          </a:xfrm>
          <a:custGeom>
            <a:avLst/>
            <a:gdLst/>
            <a:ahLst/>
            <a:cxnLst/>
            <a:rect r="r" b="b" t="t" l="l"/>
            <a:pathLst>
              <a:path h="1735737" w="5333269">
                <a:moveTo>
                  <a:pt x="0" y="0"/>
                </a:moveTo>
                <a:lnTo>
                  <a:pt x="5333270" y="0"/>
                </a:lnTo>
                <a:lnTo>
                  <a:pt x="5333270" y="1735737"/>
                </a:lnTo>
                <a:lnTo>
                  <a:pt x="0" y="1735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42012" y="1968095"/>
            <a:ext cx="2800600" cy="2595223"/>
          </a:xfrm>
          <a:custGeom>
            <a:avLst/>
            <a:gdLst/>
            <a:ahLst/>
            <a:cxnLst/>
            <a:rect r="r" b="b" t="t" l="l"/>
            <a:pathLst>
              <a:path h="2595223" w="2800600">
                <a:moveTo>
                  <a:pt x="0" y="0"/>
                </a:moveTo>
                <a:lnTo>
                  <a:pt x="2800600" y="0"/>
                </a:lnTo>
                <a:lnTo>
                  <a:pt x="2800600" y="2595223"/>
                </a:lnTo>
                <a:lnTo>
                  <a:pt x="0" y="2595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65" t="-8705" r="-7199" b="-15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131821">
            <a:off x="14173692" y="2789456"/>
            <a:ext cx="2800600" cy="2595223"/>
          </a:xfrm>
          <a:custGeom>
            <a:avLst/>
            <a:gdLst/>
            <a:ahLst/>
            <a:cxnLst/>
            <a:rect r="r" b="b" t="t" l="l"/>
            <a:pathLst>
              <a:path h="2595223" w="2800600">
                <a:moveTo>
                  <a:pt x="0" y="0"/>
                </a:moveTo>
                <a:lnTo>
                  <a:pt x="2800601" y="0"/>
                </a:lnTo>
                <a:lnTo>
                  <a:pt x="2800601" y="2595223"/>
                </a:lnTo>
                <a:lnTo>
                  <a:pt x="0" y="2595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65" t="-8705" r="-7199" b="-151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10562">
            <a:off x="11681354" y="5441827"/>
            <a:ext cx="2800600" cy="2595223"/>
          </a:xfrm>
          <a:custGeom>
            <a:avLst/>
            <a:gdLst/>
            <a:ahLst/>
            <a:cxnLst/>
            <a:rect r="r" b="b" t="t" l="l"/>
            <a:pathLst>
              <a:path h="2595223" w="2800600">
                <a:moveTo>
                  <a:pt x="0" y="0"/>
                </a:moveTo>
                <a:lnTo>
                  <a:pt x="2800600" y="0"/>
                </a:lnTo>
                <a:lnTo>
                  <a:pt x="2800600" y="2595223"/>
                </a:lnTo>
                <a:lnTo>
                  <a:pt x="0" y="2595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65" t="-8705" r="-7199" b="-151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103759">
            <a:off x="12860309" y="7675914"/>
            <a:ext cx="519848" cy="1528966"/>
          </a:xfrm>
          <a:custGeom>
            <a:avLst/>
            <a:gdLst/>
            <a:ahLst/>
            <a:cxnLst/>
            <a:rect r="r" b="b" t="t" l="l"/>
            <a:pathLst>
              <a:path h="1528966" w="519848">
                <a:moveTo>
                  <a:pt x="0" y="0"/>
                </a:moveTo>
                <a:lnTo>
                  <a:pt x="519849" y="0"/>
                </a:lnTo>
                <a:lnTo>
                  <a:pt x="519849" y="1528965"/>
                </a:lnTo>
                <a:lnTo>
                  <a:pt x="0" y="15289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752720">
            <a:off x="11965438" y="1383127"/>
            <a:ext cx="1447978" cy="376474"/>
          </a:xfrm>
          <a:custGeom>
            <a:avLst/>
            <a:gdLst/>
            <a:ahLst/>
            <a:cxnLst/>
            <a:rect r="r" b="b" t="t" l="l"/>
            <a:pathLst>
              <a:path h="376474" w="1447978">
                <a:moveTo>
                  <a:pt x="0" y="0"/>
                </a:moveTo>
                <a:lnTo>
                  <a:pt x="1447977" y="0"/>
                </a:lnTo>
                <a:lnTo>
                  <a:pt x="1447977" y="376474"/>
                </a:lnTo>
                <a:lnTo>
                  <a:pt x="0" y="3764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10110">
            <a:off x="16272616" y="2745030"/>
            <a:ext cx="886182" cy="886182"/>
          </a:xfrm>
          <a:custGeom>
            <a:avLst/>
            <a:gdLst/>
            <a:ahLst/>
            <a:cxnLst/>
            <a:rect r="r" b="b" t="t" l="l"/>
            <a:pathLst>
              <a:path h="886182" w="886182">
                <a:moveTo>
                  <a:pt x="0" y="0"/>
                </a:moveTo>
                <a:lnTo>
                  <a:pt x="886182" y="0"/>
                </a:lnTo>
                <a:lnTo>
                  <a:pt x="886182" y="886183"/>
                </a:lnTo>
                <a:lnTo>
                  <a:pt x="0" y="8861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57104">
            <a:off x="3715013" y="6963715"/>
            <a:ext cx="3013177" cy="2870736"/>
          </a:xfrm>
          <a:custGeom>
            <a:avLst/>
            <a:gdLst/>
            <a:ahLst/>
            <a:cxnLst/>
            <a:rect r="r" b="b" t="t" l="l"/>
            <a:pathLst>
              <a:path h="2870736" w="3013177">
                <a:moveTo>
                  <a:pt x="0" y="0"/>
                </a:moveTo>
                <a:lnTo>
                  <a:pt x="3013177" y="0"/>
                </a:lnTo>
                <a:lnTo>
                  <a:pt x="3013177" y="2870736"/>
                </a:lnTo>
                <a:lnTo>
                  <a:pt x="0" y="28707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28555" y="3665040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56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36217" y="6293033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100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96875" y="2819301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552" y="1699162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819967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3526532" y="-1643845"/>
            <a:ext cx="14059385" cy="13574690"/>
          </a:xfrm>
          <a:custGeom>
            <a:avLst/>
            <a:gdLst/>
            <a:ahLst/>
            <a:cxnLst/>
            <a:rect r="r" b="b" t="t" l="l"/>
            <a:pathLst>
              <a:path h="13574690" w="14059385">
                <a:moveTo>
                  <a:pt x="0" y="0"/>
                </a:moveTo>
                <a:lnTo>
                  <a:pt x="14059385" y="0"/>
                </a:lnTo>
                <a:lnTo>
                  <a:pt x="14059385" y="13574690"/>
                </a:lnTo>
                <a:lnTo>
                  <a:pt x="0" y="1357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975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3409" y="9011896"/>
            <a:ext cx="5333269" cy="1735737"/>
          </a:xfrm>
          <a:custGeom>
            <a:avLst/>
            <a:gdLst/>
            <a:ahLst/>
            <a:cxnLst/>
            <a:rect r="r" b="b" t="t" l="l"/>
            <a:pathLst>
              <a:path h="1735737" w="5333269">
                <a:moveTo>
                  <a:pt x="0" y="0"/>
                </a:moveTo>
                <a:lnTo>
                  <a:pt x="5333270" y="0"/>
                </a:lnTo>
                <a:lnTo>
                  <a:pt x="5333270" y="1735737"/>
                </a:lnTo>
                <a:lnTo>
                  <a:pt x="0" y="1735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42953">
            <a:off x="10605217" y="1848746"/>
            <a:ext cx="2674190" cy="2833920"/>
          </a:xfrm>
          <a:custGeom>
            <a:avLst/>
            <a:gdLst/>
            <a:ahLst/>
            <a:cxnLst/>
            <a:rect r="r" b="b" t="t" l="l"/>
            <a:pathLst>
              <a:path h="2833920" w="2674190">
                <a:moveTo>
                  <a:pt x="0" y="0"/>
                </a:moveTo>
                <a:lnTo>
                  <a:pt x="2674190" y="0"/>
                </a:lnTo>
                <a:lnTo>
                  <a:pt x="2674190" y="2833920"/>
                </a:lnTo>
                <a:lnTo>
                  <a:pt x="0" y="2833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2023">
            <a:off x="14481097" y="2836314"/>
            <a:ext cx="2674190" cy="2833920"/>
          </a:xfrm>
          <a:custGeom>
            <a:avLst/>
            <a:gdLst/>
            <a:ahLst/>
            <a:cxnLst/>
            <a:rect r="r" b="b" t="t" l="l"/>
            <a:pathLst>
              <a:path h="2833920" w="2674190">
                <a:moveTo>
                  <a:pt x="0" y="0"/>
                </a:moveTo>
                <a:lnTo>
                  <a:pt x="2674190" y="0"/>
                </a:lnTo>
                <a:lnTo>
                  <a:pt x="2674190" y="2833921"/>
                </a:lnTo>
                <a:lnTo>
                  <a:pt x="0" y="28339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256322">
            <a:off x="11744559" y="5702208"/>
            <a:ext cx="2674190" cy="2833920"/>
          </a:xfrm>
          <a:custGeom>
            <a:avLst/>
            <a:gdLst/>
            <a:ahLst/>
            <a:cxnLst/>
            <a:rect r="r" b="b" t="t" l="l"/>
            <a:pathLst>
              <a:path h="2833920" w="2674190">
                <a:moveTo>
                  <a:pt x="0" y="0"/>
                </a:moveTo>
                <a:lnTo>
                  <a:pt x="2674190" y="0"/>
                </a:lnTo>
                <a:lnTo>
                  <a:pt x="2674190" y="2833920"/>
                </a:lnTo>
                <a:lnTo>
                  <a:pt x="0" y="2833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10884">
            <a:off x="11562150" y="1598373"/>
            <a:ext cx="1548133" cy="478514"/>
          </a:xfrm>
          <a:custGeom>
            <a:avLst/>
            <a:gdLst/>
            <a:ahLst/>
            <a:cxnLst/>
            <a:rect r="r" b="b" t="t" l="l"/>
            <a:pathLst>
              <a:path h="478514" w="1548133">
                <a:moveTo>
                  <a:pt x="0" y="0"/>
                </a:moveTo>
                <a:lnTo>
                  <a:pt x="1548133" y="0"/>
                </a:lnTo>
                <a:lnTo>
                  <a:pt x="1548133" y="478514"/>
                </a:lnTo>
                <a:lnTo>
                  <a:pt x="0" y="4785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7936">
            <a:off x="12189568" y="8486390"/>
            <a:ext cx="1910387" cy="590483"/>
          </a:xfrm>
          <a:custGeom>
            <a:avLst/>
            <a:gdLst/>
            <a:ahLst/>
            <a:cxnLst/>
            <a:rect r="r" b="b" t="t" l="l"/>
            <a:pathLst>
              <a:path h="590483" w="1910387">
                <a:moveTo>
                  <a:pt x="0" y="0"/>
                </a:moveTo>
                <a:lnTo>
                  <a:pt x="1910388" y="0"/>
                </a:lnTo>
                <a:lnTo>
                  <a:pt x="1910388" y="590483"/>
                </a:lnTo>
                <a:lnTo>
                  <a:pt x="0" y="5904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8541">
            <a:off x="16647268" y="2627076"/>
            <a:ext cx="934721" cy="934721"/>
          </a:xfrm>
          <a:custGeom>
            <a:avLst/>
            <a:gdLst/>
            <a:ahLst/>
            <a:cxnLst/>
            <a:rect r="r" b="b" t="t" l="l"/>
            <a:pathLst>
              <a:path h="934721" w="934721">
                <a:moveTo>
                  <a:pt x="0" y="0"/>
                </a:moveTo>
                <a:lnTo>
                  <a:pt x="934722" y="0"/>
                </a:lnTo>
                <a:lnTo>
                  <a:pt x="934722" y="934721"/>
                </a:lnTo>
                <a:lnTo>
                  <a:pt x="0" y="9347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49489">
            <a:off x="5957814" y="6892508"/>
            <a:ext cx="2505860" cy="2410182"/>
          </a:xfrm>
          <a:custGeom>
            <a:avLst/>
            <a:gdLst/>
            <a:ahLst/>
            <a:cxnLst/>
            <a:rect r="r" b="b" t="t" l="l"/>
            <a:pathLst>
              <a:path h="2410182" w="2505860">
                <a:moveTo>
                  <a:pt x="0" y="0"/>
                </a:moveTo>
                <a:lnTo>
                  <a:pt x="2505860" y="0"/>
                </a:lnTo>
                <a:lnTo>
                  <a:pt x="2505860" y="2410181"/>
                </a:lnTo>
                <a:lnTo>
                  <a:pt x="0" y="24101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72754" y="3873183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19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36217" y="6672763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203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96875" y="2819301"/>
            <a:ext cx="149087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223" y="2038085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54009" y="5459790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80015">
            <a:off x="-1816774" y="-1494583"/>
            <a:ext cx="11967610" cy="10596775"/>
          </a:xfrm>
          <a:custGeom>
            <a:avLst/>
            <a:gdLst/>
            <a:ahLst/>
            <a:cxnLst/>
            <a:rect r="r" b="b" t="t" l="l"/>
            <a:pathLst>
              <a:path h="10596775" w="11967610">
                <a:moveTo>
                  <a:pt x="11967610" y="0"/>
                </a:moveTo>
                <a:lnTo>
                  <a:pt x="0" y="0"/>
                </a:lnTo>
                <a:lnTo>
                  <a:pt x="0" y="10596774"/>
                </a:lnTo>
                <a:lnTo>
                  <a:pt x="11967610" y="10596774"/>
                </a:lnTo>
                <a:lnTo>
                  <a:pt x="119676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88735">
            <a:off x="445183" y="7762279"/>
            <a:ext cx="4205347" cy="1490987"/>
          </a:xfrm>
          <a:custGeom>
            <a:avLst/>
            <a:gdLst/>
            <a:ahLst/>
            <a:cxnLst/>
            <a:rect r="r" b="b" t="t" l="l"/>
            <a:pathLst>
              <a:path h="1490987" w="4205347">
                <a:moveTo>
                  <a:pt x="0" y="0"/>
                </a:moveTo>
                <a:lnTo>
                  <a:pt x="4205348" y="0"/>
                </a:lnTo>
                <a:lnTo>
                  <a:pt x="4205348" y="1490986"/>
                </a:lnTo>
                <a:lnTo>
                  <a:pt x="0" y="14909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514096">
            <a:off x="8156171" y="-1533659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66192">
            <a:off x="10885957" y="987672"/>
            <a:ext cx="5156197" cy="3478089"/>
          </a:xfrm>
          <a:custGeom>
            <a:avLst/>
            <a:gdLst/>
            <a:ahLst/>
            <a:cxnLst/>
            <a:rect r="r" b="b" t="t" l="l"/>
            <a:pathLst>
              <a:path h="3478089" w="5156197">
                <a:moveTo>
                  <a:pt x="0" y="0"/>
                </a:moveTo>
                <a:lnTo>
                  <a:pt x="5156197" y="0"/>
                </a:lnTo>
                <a:lnTo>
                  <a:pt x="5156197" y="3478089"/>
                </a:lnTo>
                <a:lnTo>
                  <a:pt x="0" y="34780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57773">
            <a:off x="13655780" y="4138923"/>
            <a:ext cx="5156197" cy="3478089"/>
          </a:xfrm>
          <a:custGeom>
            <a:avLst/>
            <a:gdLst/>
            <a:ahLst/>
            <a:cxnLst/>
            <a:rect r="r" b="b" t="t" l="l"/>
            <a:pathLst>
              <a:path h="3478089" w="5156197">
                <a:moveTo>
                  <a:pt x="0" y="0"/>
                </a:moveTo>
                <a:lnTo>
                  <a:pt x="5156197" y="0"/>
                </a:lnTo>
                <a:lnTo>
                  <a:pt x="5156197" y="3478089"/>
                </a:lnTo>
                <a:lnTo>
                  <a:pt x="0" y="34780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100625">
            <a:off x="11841529" y="2034839"/>
            <a:ext cx="2902337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53"/>
              </a:lnSpc>
              <a:spcBef>
                <a:spcPct val="0"/>
              </a:spcBef>
            </a:pPr>
            <a:r>
              <a:rPr lang="en-US" b="true" sz="9502" spc="190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x+yi</a:t>
            </a:r>
          </a:p>
        </p:txBody>
      </p:sp>
      <p:grpSp>
        <p:nvGrpSpPr>
          <p:cNvPr name="Group 9" id="9"/>
          <p:cNvGrpSpPr/>
          <p:nvPr/>
        </p:nvGrpSpPr>
        <p:grpSpPr>
          <a:xfrm rot="288350">
            <a:off x="14697519" y="5269637"/>
            <a:ext cx="2902337" cy="1216660"/>
            <a:chOff x="0" y="0"/>
            <a:chExt cx="3869783" cy="162221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85725"/>
              <a:ext cx="3869783" cy="1707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353"/>
                </a:lnSpc>
                <a:spcBef>
                  <a:spcPct val="0"/>
                </a:spcBef>
              </a:pPr>
              <a:r>
                <a:rPr lang="en-US" b="true" sz="9502" spc="190">
                  <a:solidFill>
                    <a:srgbClr val="000000"/>
                  </a:solidFill>
                  <a:latin typeface="Darker Grotesque Bold"/>
                  <a:ea typeface="Darker Grotesque Bold"/>
                  <a:cs typeface="Darker Grotesque Bold"/>
                  <a:sym typeface="Darker Grotesque Bold"/>
                </a:rPr>
                <a:t>i  =-1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60092" y="-38100"/>
              <a:ext cx="1574800" cy="849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1"/>
                </a:lnSpc>
                <a:spcBef>
                  <a:spcPct val="0"/>
                </a:spcBef>
              </a:pPr>
              <a:r>
                <a:rPr lang="en-US" b="true" sz="4755" spc="95">
                  <a:solidFill>
                    <a:srgbClr val="000000"/>
                  </a:solidFill>
                  <a:latin typeface="Darker Grotesque Bold"/>
                  <a:ea typeface="Darker Grotesque Bold"/>
                  <a:cs typeface="Darker Grotesque Bold"/>
                  <a:sym typeface="Darker Grotesque Bold"/>
                </a:rPr>
                <a:t>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763687" y="9020175"/>
            <a:ext cx="604806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99"/>
              </a:lnSpc>
              <a:spcBef>
                <a:spcPct val="0"/>
              </a:spcBef>
            </a:pPr>
            <a:r>
              <a:rPr lang="en-US" sz="1785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"Complex Number."Britannica,https://www.britannica.com/science/complex-number. Accessed 10 Oct 2021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8100000">
            <a:off x="10368814" y="6434155"/>
            <a:ext cx="2789747" cy="913008"/>
          </a:xfrm>
          <a:custGeom>
            <a:avLst/>
            <a:gdLst/>
            <a:ahLst/>
            <a:cxnLst/>
            <a:rect r="r" b="b" t="t" l="l"/>
            <a:pathLst>
              <a:path h="913008" w="2789747">
                <a:moveTo>
                  <a:pt x="0" y="0"/>
                </a:moveTo>
                <a:lnTo>
                  <a:pt x="2789747" y="0"/>
                </a:lnTo>
                <a:lnTo>
                  <a:pt x="2789747" y="913008"/>
                </a:lnTo>
                <a:lnTo>
                  <a:pt x="0" y="913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2485" y="587106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3793" y="4569808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80015">
            <a:off x="-1816774" y="-1494583"/>
            <a:ext cx="11967610" cy="10596775"/>
          </a:xfrm>
          <a:custGeom>
            <a:avLst/>
            <a:gdLst/>
            <a:ahLst/>
            <a:cxnLst/>
            <a:rect r="r" b="b" t="t" l="l"/>
            <a:pathLst>
              <a:path h="10596775" w="11967610">
                <a:moveTo>
                  <a:pt x="11967610" y="0"/>
                </a:moveTo>
                <a:lnTo>
                  <a:pt x="0" y="0"/>
                </a:lnTo>
                <a:lnTo>
                  <a:pt x="0" y="10596774"/>
                </a:lnTo>
                <a:lnTo>
                  <a:pt x="11967610" y="10596774"/>
                </a:lnTo>
                <a:lnTo>
                  <a:pt x="119676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88735">
            <a:off x="445183" y="7762279"/>
            <a:ext cx="4205347" cy="1490987"/>
          </a:xfrm>
          <a:custGeom>
            <a:avLst/>
            <a:gdLst/>
            <a:ahLst/>
            <a:cxnLst/>
            <a:rect r="r" b="b" t="t" l="l"/>
            <a:pathLst>
              <a:path h="1490987" w="4205347">
                <a:moveTo>
                  <a:pt x="0" y="0"/>
                </a:moveTo>
                <a:lnTo>
                  <a:pt x="4205348" y="0"/>
                </a:lnTo>
                <a:lnTo>
                  <a:pt x="4205348" y="1490986"/>
                </a:lnTo>
                <a:lnTo>
                  <a:pt x="0" y="14909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514096">
            <a:off x="8156171" y="-1533659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63687" y="9020175"/>
            <a:ext cx="604806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99"/>
              </a:lnSpc>
              <a:spcBef>
                <a:spcPct val="0"/>
              </a:spcBef>
            </a:pPr>
            <a:r>
              <a:rPr lang="en-US" sz="1785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"Complex Number."Britannica,https://www.britannica.com/science/complex-number. Accessed 10 Oct 2021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25443">
            <a:off x="12857406" y="2406536"/>
            <a:ext cx="3150357" cy="2919331"/>
          </a:xfrm>
          <a:custGeom>
            <a:avLst/>
            <a:gdLst/>
            <a:ahLst/>
            <a:cxnLst/>
            <a:rect r="r" b="b" t="t" l="l"/>
            <a:pathLst>
              <a:path h="2919331" w="3150357">
                <a:moveTo>
                  <a:pt x="0" y="0"/>
                </a:moveTo>
                <a:lnTo>
                  <a:pt x="3150357" y="0"/>
                </a:lnTo>
                <a:lnTo>
                  <a:pt x="3150357" y="2919331"/>
                </a:lnTo>
                <a:lnTo>
                  <a:pt x="0" y="29193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065" t="-8705" r="-7199" b="-151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46184" y="3172146"/>
            <a:ext cx="1772800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53"/>
              </a:lnSpc>
              <a:spcBef>
                <a:spcPct val="0"/>
              </a:spcBef>
            </a:pPr>
            <a:r>
              <a:rPr lang="en-US" b="true" sz="9502" spc="190" u="none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2i</a:t>
            </a:r>
          </a:p>
        </p:txBody>
      </p:sp>
      <p:sp>
        <p:nvSpPr>
          <p:cNvPr name="AutoShape 9" id="9"/>
          <p:cNvSpPr/>
          <p:nvPr/>
        </p:nvSpPr>
        <p:spPr>
          <a:xfrm rot="-3200725">
            <a:off x="13165638" y="4899514"/>
            <a:ext cx="1083402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rot="-6893398">
            <a:off x="14275228" y="5318500"/>
            <a:ext cx="1886477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10640231" y="5343546"/>
            <a:ext cx="2724614" cy="51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43"/>
              </a:lnSpc>
              <a:spcBef>
                <a:spcPct val="0"/>
              </a:spcBef>
            </a:pPr>
            <a:r>
              <a:rPr lang="en-US" b="true" sz="3802" spc="76" u="none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real number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32584" y="6375351"/>
            <a:ext cx="2368996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43"/>
              </a:lnSpc>
              <a:spcBef>
                <a:spcPct val="0"/>
              </a:spcBef>
            </a:pPr>
            <a:r>
              <a:rPr lang="en-US" b="true" sz="3802" spc="76" u="none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imaginary </a:t>
            </a:r>
          </a:p>
          <a:p>
            <a:pPr algn="ctr" marL="0" indent="0" lvl="0">
              <a:lnSpc>
                <a:spcPts val="4943"/>
              </a:lnSpc>
              <a:spcBef>
                <a:spcPct val="0"/>
              </a:spcBef>
            </a:pPr>
            <a:r>
              <a:rPr lang="en-US" b="true" sz="3802" spc="76" u="none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unit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10654575">
            <a:off x="11135696" y="6034507"/>
            <a:ext cx="1733686" cy="567388"/>
          </a:xfrm>
          <a:custGeom>
            <a:avLst/>
            <a:gdLst/>
            <a:ahLst/>
            <a:cxnLst/>
            <a:rect r="r" b="b" t="t" l="l"/>
            <a:pathLst>
              <a:path h="567388" w="1733686">
                <a:moveTo>
                  <a:pt x="0" y="0"/>
                </a:moveTo>
                <a:lnTo>
                  <a:pt x="1733685" y="0"/>
                </a:lnTo>
                <a:lnTo>
                  <a:pt x="1733685" y="567388"/>
                </a:lnTo>
                <a:lnTo>
                  <a:pt x="0" y="567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296939">
            <a:off x="15907951" y="7199595"/>
            <a:ext cx="837074" cy="837074"/>
          </a:xfrm>
          <a:custGeom>
            <a:avLst/>
            <a:gdLst/>
            <a:ahLst/>
            <a:cxnLst/>
            <a:rect r="r" b="b" t="t" l="l"/>
            <a:pathLst>
              <a:path h="837074" w="837074">
                <a:moveTo>
                  <a:pt x="0" y="0"/>
                </a:moveTo>
                <a:lnTo>
                  <a:pt x="837074" y="0"/>
                </a:lnTo>
                <a:lnTo>
                  <a:pt x="837074" y="837074"/>
                </a:lnTo>
                <a:lnTo>
                  <a:pt x="0" y="8370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910110">
            <a:off x="16253595" y="2300955"/>
            <a:ext cx="685102" cy="685102"/>
          </a:xfrm>
          <a:custGeom>
            <a:avLst/>
            <a:gdLst/>
            <a:ahLst/>
            <a:cxnLst/>
            <a:rect r="r" b="b" t="t" l="l"/>
            <a:pathLst>
              <a:path h="685102" w="685102">
                <a:moveTo>
                  <a:pt x="0" y="0"/>
                </a:moveTo>
                <a:lnTo>
                  <a:pt x="685102" y="0"/>
                </a:lnTo>
                <a:lnTo>
                  <a:pt x="685102" y="685103"/>
                </a:lnTo>
                <a:lnTo>
                  <a:pt x="0" y="68510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47860" y="810334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07453" y="4566879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817807">
            <a:off x="8130594" y="-811325"/>
            <a:ext cx="16386505" cy="14509505"/>
          </a:xfrm>
          <a:custGeom>
            <a:avLst/>
            <a:gdLst/>
            <a:ahLst/>
            <a:cxnLst/>
            <a:rect r="r" b="b" t="t" l="l"/>
            <a:pathLst>
              <a:path h="14509505" w="16386505">
                <a:moveTo>
                  <a:pt x="16386505" y="0"/>
                </a:moveTo>
                <a:lnTo>
                  <a:pt x="0" y="0"/>
                </a:lnTo>
                <a:lnTo>
                  <a:pt x="0" y="14509505"/>
                </a:lnTo>
                <a:lnTo>
                  <a:pt x="16386505" y="14509505"/>
                </a:lnTo>
                <a:lnTo>
                  <a:pt x="163865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37573">
            <a:off x="10344631" y="-543559"/>
            <a:ext cx="5758121" cy="2041516"/>
          </a:xfrm>
          <a:custGeom>
            <a:avLst/>
            <a:gdLst/>
            <a:ahLst/>
            <a:cxnLst/>
            <a:rect r="r" b="b" t="t" l="l"/>
            <a:pathLst>
              <a:path h="2041516" w="5758121">
                <a:moveTo>
                  <a:pt x="0" y="0"/>
                </a:moveTo>
                <a:lnTo>
                  <a:pt x="5758121" y="0"/>
                </a:lnTo>
                <a:lnTo>
                  <a:pt x="5758121" y="2041515"/>
                </a:lnTo>
                <a:lnTo>
                  <a:pt x="0" y="20415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38169">
            <a:off x="5753599" y="4532856"/>
            <a:ext cx="2928104" cy="2331836"/>
          </a:xfrm>
          <a:custGeom>
            <a:avLst/>
            <a:gdLst/>
            <a:ahLst/>
            <a:cxnLst/>
            <a:rect r="r" b="b" t="t" l="l"/>
            <a:pathLst>
              <a:path h="2331836" w="2928104">
                <a:moveTo>
                  <a:pt x="2928104" y="0"/>
                </a:moveTo>
                <a:lnTo>
                  <a:pt x="0" y="0"/>
                </a:lnTo>
                <a:lnTo>
                  <a:pt x="0" y="2331835"/>
                </a:lnTo>
                <a:lnTo>
                  <a:pt x="2928104" y="2331835"/>
                </a:lnTo>
                <a:lnTo>
                  <a:pt x="292810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348616">
            <a:off x="4831785" y="6904596"/>
            <a:ext cx="1515880" cy="394129"/>
          </a:xfrm>
          <a:custGeom>
            <a:avLst/>
            <a:gdLst/>
            <a:ahLst/>
            <a:cxnLst/>
            <a:rect r="r" b="b" t="t" l="l"/>
            <a:pathLst>
              <a:path h="394129" w="1515880">
                <a:moveTo>
                  <a:pt x="0" y="0"/>
                </a:moveTo>
                <a:lnTo>
                  <a:pt x="1515880" y="0"/>
                </a:lnTo>
                <a:lnTo>
                  <a:pt x="1515880" y="394129"/>
                </a:lnTo>
                <a:lnTo>
                  <a:pt x="0" y="3941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4798">
            <a:off x="324338" y="6175949"/>
            <a:ext cx="2789747" cy="913008"/>
          </a:xfrm>
          <a:custGeom>
            <a:avLst/>
            <a:gdLst/>
            <a:ahLst/>
            <a:cxnLst/>
            <a:rect r="r" b="b" t="t" l="l"/>
            <a:pathLst>
              <a:path h="913008" w="2789747">
                <a:moveTo>
                  <a:pt x="0" y="0"/>
                </a:moveTo>
                <a:lnTo>
                  <a:pt x="2789747" y="0"/>
                </a:lnTo>
                <a:lnTo>
                  <a:pt x="2789747" y="913008"/>
                </a:lnTo>
                <a:lnTo>
                  <a:pt x="0" y="913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74458">
            <a:off x="9870198" y="5814601"/>
            <a:ext cx="1353309" cy="1353309"/>
          </a:xfrm>
          <a:custGeom>
            <a:avLst/>
            <a:gdLst/>
            <a:ahLst/>
            <a:cxnLst/>
            <a:rect r="r" b="b" t="t" l="l"/>
            <a:pathLst>
              <a:path h="1353309" w="1353309">
                <a:moveTo>
                  <a:pt x="0" y="0"/>
                </a:moveTo>
                <a:lnTo>
                  <a:pt x="1353309" y="0"/>
                </a:lnTo>
                <a:lnTo>
                  <a:pt x="1353309" y="1353310"/>
                </a:lnTo>
                <a:lnTo>
                  <a:pt x="0" y="13533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304871">
            <a:off x="16359302" y="940986"/>
            <a:ext cx="788962" cy="788962"/>
          </a:xfrm>
          <a:custGeom>
            <a:avLst/>
            <a:gdLst/>
            <a:ahLst/>
            <a:cxnLst/>
            <a:rect r="r" b="b" t="t" l="l"/>
            <a:pathLst>
              <a:path h="788962" w="788962">
                <a:moveTo>
                  <a:pt x="0" y="0"/>
                </a:moveTo>
                <a:lnTo>
                  <a:pt x="788962" y="0"/>
                </a:lnTo>
                <a:lnTo>
                  <a:pt x="788962" y="788962"/>
                </a:lnTo>
                <a:lnTo>
                  <a:pt x="0" y="788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6462" y="1163777"/>
            <a:ext cx="81052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85376" y="4380856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108246">
            <a:off x="10863405" y="966968"/>
            <a:ext cx="2059651" cy="2993941"/>
          </a:xfrm>
          <a:custGeom>
            <a:avLst/>
            <a:gdLst/>
            <a:ahLst/>
            <a:cxnLst/>
            <a:rect r="r" b="b" t="t" l="l"/>
            <a:pathLst>
              <a:path h="2993941" w="2059651">
                <a:moveTo>
                  <a:pt x="0" y="0"/>
                </a:moveTo>
                <a:lnTo>
                  <a:pt x="2059651" y="0"/>
                </a:lnTo>
                <a:lnTo>
                  <a:pt x="2059651" y="2993940"/>
                </a:lnTo>
                <a:lnTo>
                  <a:pt x="0" y="2993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14464" b="-1305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710237">
            <a:off x="14629807" y="3301316"/>
            <a:ext cx="2074072" cy="3684368"/>
          </a:xfrm>
          <a:custGeom>
            <a:avLst/>
            <a:gdLst/>
            <a:ahLst/>
            <a:cxnLst/>
            <a:rect r="r" b="b" t="t" l="l"/>
            <a:pathLst>
              <a:path h="3684368" w="2074072">
                <a:moveTo>
                  <a:pt x="0" y="0"/>
                </a:moveTo>
                <a:lnTo>
                  <a:pt x="2074072" y="0"/>
                </a:lnTo>
                <a:lnTo>
                  <a:pt x="2074072" y="3684368"/>
                </a:lnTo>
                <a:lnTo>
                  <a:pt x="0" y="3684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12973" b="-8732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626551">
            <a:off x="12301806" y="6188235"/>
            <a:ext cx="2074072" cy="3684368"/>
          </a:xfrm>
          <a:custGeom>
            <a:avLst/>
            <a:gdLst/>
            <a:ahLst/>
            <a:cxnLst/>
            <a:rect r="r" b="b" t="t" l="l"/>
            <a:pathLst>
              <a:path h="3684368" w="2074072">
                <a:moveTo>
                  <a:pt x="0" y="0"/>
                </a:moveTo>
                <a:lnTo>
                  <a:pt x="2074073" y="0"/>
                </a:lnTo>
                <a:lnTo>
                  <a:pt x="2074073" y="3684367"/>
                </a:lnTo>
                <a:lnTo>
                  <a:pt x="0" y="3684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12973" b="-8732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222419" y="-67718"/>
            <a:ext cx="10755272" cy="10482981"/>
          </a:xfrm>
          <a:custGeom>
            <a:avLst/>
            <a:gdLst/>
            <a:ahLst/>
            <a:cxnLst/>
            <a:rect r="r" b="b" t="t" l="l"/>
            <a:pathLst>
              <a:path h="10482981" w="10755272">
                <a:moveTo>
                  <a:pt x="0" y="0"/>
                </a:moveTo>
                <a:lnTo>
                  <a:pt x="10755272" y="0"/>
                </a:lnTo>
                <a:lnTo>
                  <a:pt x="10755272" y="10482981"/>
                </a:lnTo>
                <a:lnTo>
                  <a:pt x="0" y="10482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2992" r="-30720" b="-1503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33409" y="9011896"/>
            <a:ext cx="5333269" cy="1735737"/>
          </a:xfrm>
          <a:custGeom>
            <a:avLst/>
            <a:gdLst/>
            <a:ahLst/>
            <a:cxnLst/>
            <a:rect r="r" b="b" t="t" l="l"/>
            <a:pathLst>
              <a:path h="1735737" w="5333269">
                <a:moveTo>
                  <a:pt x="0" y="0"/>
                </a:moveTo>
                <a:lnTo>
                  <a:pt x="5333270" y="0"/>
                </a:lnTo>
                <a:lnTo>
                  <a:pt x="5333270" y="1735737"/>
                </a:lnTo>
                <a:lnTo>
                  <a:pt x="0" y="17357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127202" y="2065843"/>
            <a:ext cx="125033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-4i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16481" y="4782820"/>
            <a:ext cx="270072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5 + 3i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3230" y="7593538"/>
            <a:ext cx="270072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- </a:t>
            </a:r>
            <a:r>
              <a:rPr lang="en-US" b="true" sz="5940" spc="118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   + 2i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910110">
            <a:off x="13864650" y="3389357"/>
            <a:ext cx="1110611" cy="1110611"/>
          </a:xfrm>
          <a:custGeom>
            <a:avLst/>
            <a:gdLst/>
            <a:ahLst/>
            <a:cxnLst/>
            <a:rect r="r" b="b" t="t" l="l"/>
            <a:pathLst>
              <a:path h="1110611" w="1110611">
                <a:moveTo>
                  <a:pt x="0" y="0"/>
                </a:moveTo>
                <a:lnTo>
                  <a:pt x="1110611" y="0"/>
                </a:lnTo>
                <a:lnTo>
                  <a:pt x="1110611" y="1110611"/>
                </a:lnTo>
                <a:lnTo>
                  <a:pt x="0" y="11106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147361">
            <a:off x="16357849" y="7366254"/>
            <a:ext cx="793387" cy="793387"/>
          </a:xfrm>
          <a:custGeom>
            <a:avLst/>
            <a:gdLst/>
            <a:ahLst/>
            <a:cxnLst/>
            <a:rect r="r" b="b" t="t" l="l"/>
            <a:pathLst>
              <a:path h="793387" w="793387">
                <a:moveTo>
                  <a:pt x="0" y="0"/>
                </a:moveTo>
                <a:lnTo>
                  <a:pt x="793387" y="0"/>
                </a:lnTo>
                <a:lnTo>
                  <a:pt x="793387" y="793388"/>
                </a:lnTo>
                <a:lnTo>
                  <a:pt x="0" y="7933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9159994">
            <a:off x="9381536" y="1122690"/>
            <a:ext cx="1447978" cy="376474"/>
          </a:xfrm>
          <a:custGeom>
            <a:avLst/>
            <a:gdLst/>
            <a:ahLst/>
            <a:cxnLst/>
            <a:rect r="r" b="b" t="t" l="l"/>
            <a:pathLst>
              <a:path h="376474" w="1447978">
                <a:moveTo>
                  <a:pt x="0" y="0"/>
                </a:moveTo>
                <a:lnTo>
                  <a:pt x="1447977" y="0"/>
                </a:lnTo>
                <a:lnTo>
                  <a:pt x="1447977" y="376474"/>
                </a:lnTo>
                <a:lnTo>
                  <a:pt x="0" y="3764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413510">
            <a:off x="10515218" y="4820816"/>
            <a:ext cx="1077606" cy="1077606"/>
          </a:xfrm>
          <a:custGeom>
            <a:avLst/>
            <a:gdLst/>
            <a:ahLst/>
            <a:cxnLst/>
            <a:rect r="r" b="b" t="t" l="l"/>
            <a:pathLst>
              <a:path h="1077606" w="1077606">
                <a:moveTo>
                  <a:pt x="0" y="0"/>
                </a:moveTo>
                <a:lnTo>
                  <a:pt x="1077606" y="0"/>
                </a:lnTo>
                <a:lnTo>
                  <a:pt x="1077606" y="1077606"/>
                </a:lnTo>
                <a:lnTo>
                  <a:pt x="0" y="10776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235535" y="7439868"/>
            <a:ext cx="115902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75"/>
              </a:lnSpc>
              <a:spcBef>
                <a:spcPct val="0"/>
              </a:spcBef>
            </a:pPr>
            <a:r>
              <a:rPr lang="en-US" b="true" sz="7125">
                <a:solidFill>
                  <a:srgbClr val="000000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π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390677" y="6685674"/>
            <a:ext cx="3067942" cy="2995427"/>
          </a:xfrm>
          <a:custGeom>
            <a:avLst/>
            <a:gdLst/>
            <a:ahLst/>
            <a:cxnLst/>
            <a:rect r="r" b="b" t="t" l="l"/>
            <a:pathLst>
              <a:path h="2995427" w="3067942">
                <a:moveTo>
                  <a:pt x="0" y="0"/>
                </a:moveTo>
                <a:lnTo>
                  <a:pt x="3067942" y="0"/>
                </a:lnTo>
                <a:lnTo>
                  <a:pt x="3067942" y="2995427"/>
                </a:lnTo>
                <a:lnTo>
                  <a:pt x="0" y="299542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-222419" y="1012388"/>
            <a:ext cx="8330439" cy="143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60"/>
              </a:lnSpc>
              <a:spcBef>
                <a:spcPct val="0"/>
              </a:spcBef>
            </a:pPr>
            <a:r>
              <a:rPr lang="en-US" b="true" sz="8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8952" y="4455265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83449" y="1028700"/>
            <a:ext cx="12595429" cy="10832069"/>
          </a:xfrm>
          <a:custGeom>
            <a:avLst/>
            <a:gdLst/>
            <a:ahLst/>
            <a:cxnLst/>
            <a:rect r="r" b="b" t="t" l="l"/>
            <a:pathLst>
              <a:path h="10832069" w="12595429">
                <a:moveTo>
                  <a:pt x="0" y="0"/>
                </a:moveTo>
                <a:lnTo>
                  <a:pt x="12595429" y="0"/>
                </a:lnTo>
                <a:lnTo>
                  <a:pt x="12595429" y="10832069"/>
                </a:lnTo>
                <a:lnTo>
                  <a:pt x="0" y="10832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69861">
            <a:off x="6137571" y="325820"/>
            <a:ext cx="3200562" cy="1483897"/>
          </a:xfrm>
          <a:custGeom>
            <a:avLst/>
            <a:gdLst/>
            <a:ahLst/>
            <a:cxnLst/>
            <a:rect r="r" b="b" t="t" l="l"/>
            <a:pathLst>
              <a:path h="1483897" w="3200562">
                <a:moveTo>
                  <a:pt x="0" y="0"/>
                </a:moveTo>
                <a:lnTo>
                  <a:pt x="3200562" y="0"/>
                </a:lnTo>
                <a:lnTo>
                  <a:pt x="3200562" y="1483897"/>
                </a:lnTo>
                <a:lnTo>
                  <a:pt x="0" y="1483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796126" y="4230492"/>
            <a:ext cx="2789747" cy="913008"/>
          </a:xfrm>
          <a:custGeom>
            <a:avLst/>
            <a:gdLst/>
            <a:ahLst/>
            <a:cxnLst/>
            <a:rect r="r" b="b" t="t" l="l"/>
            <a:pathLst>
              <a:path h="913008" w="2789747">
                <a:moveTo>
                  <a:pt x="0" y="0"/>
                </a:moveTo>
                <a:lnTo>
                  <a:pt x="2789748" y="0"/>
                </a:lnTo>
                <a:lnTo>
                  <a:pt x="2789748" y="913008"/>
                </a:lnTo>
                <a:lnTo>
                  <a:pt x="0" y="913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8979">
            <a:off x="1491368" y="6564064"/>
            <a:ext cx="2609516" cy="2334331"/>
          </a:xfrm>
          <a:custGeom>
            <a:avLst/>
            <a:gdLst/>
            <a:ahLst/>
            <a:cxnLst/>
            <a:rect r="r" b="b" t="t" l="l"/>
            <a:pathLst>
              <a:path h="2334331" w="2609516">
                <a:moveTo>
                  <a:pt x="0" y="0"/>
                </a:moveTo>
                <a:lnTo>
                  <a:pt x="2609517" y="0"/>
                </a:lnTo>
                <a:lnTo>
                  <a:pt x="2609517" y="2334331"/>
                </a:lnTo>
                <a:lnTo>
                  <a:pt x="0" y="23343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959" y="2020379"/>
            <a:ext cx="616664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1628" y="6817758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83" r="0" b="-760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10110">
            <a:off x="833240" y="3850259"/>
            <a:ext cx="1161514" cy="1161514"/>
          </a:xfrm>
          <a:custGeom>
            <a:avLst/>
            <a:gdLst/>
            <a:ahLst/>
            <a:cxnLst/>
            <a:rect r="r" b="b" t="t" l="l"/>
            <a:pathLst>
              <a:path h="1161514" w="1161514">
                <a:moveTo>
                  <a:pt x="0" y="0"/>
                </a:moveTo>
                <a:lnTo>
                  <a:pt x="1161514" y="0"/>
                </a:lnTo>
                <a:lnTo>
                  <a:pt x="1161514" y="1161514"/>
                </a:lnTo>
                <a:lnTo>
                  <a:pt x="0" y="116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390727">
            <a:off x="6287230" y="-1643845"/>
            <a:ext cx="14059385" cy="13574690"/>
          </a:xfrm>
          <a:custGeom>
            <a:avLst/>
            <a:gdLst/>
            <a:ahLst/>
            <a:cxnLst/>
            <a:rect r="r" b="b" t="t" l="l"/>
            <a:pathLst>
              <a:path h="13574690" w="14059385">
                <a:moveTo>
                  <a:pt x="14059386" y="0"/>
                </a:moveTo>
                <a:lnTo>
                  <a:pt x="0" y="0"/>
                </a:lnTo>
                <a:lnTo>
                  <a:pt x="0" y="13574690"/>
                </a:lnTo>
                <a:lnTo>
                  <a:pt x="14059386" y="13574690"/>
                </a:lnTo>
                <a:lnTo>
                  <a:pt x="1405938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9758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1226180"/>
            <a:ext cx="2398594" cy="2145651"/>
          </a:xfrm>
          <a:custGeom>
            <a:avLst/>
            <a:gdLst/>
            <a:ahLst/>
            <a:cxnLst/>
            <a:rect r="r" b="b" t="t" l="l"/>
            <a:pathLst>
              <a:path h="2145651" w="2398594">
                <a:moveTo>
                  <a:pt x="0" y="0"/>
                </a:moveTo>
                <a:lnTo>
                  <a:pt x="2398594" y="0"/>
                </a:lnTo>
                <a:lnTo>
                  <a:pt x="2398594" y="2145652"/>
                </a:lnTo>
                <a:lnTo>
                  <a:pt x="0" y="2145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03054" y="1226180"/>
            <a:ext cx="2230828" cy="2145651"/>
          </a:xfrm>
          <a:custGeom>
            <a:avLst/>
            <a:gdLst/>
            <a:ahLst/>
            <a:cxnLst/>
            <a:rect r="r" b="b" t="t" l="l"/>
            <a:pathLst>
              <a:path h="2145651" w="2230828">
                <a:moveTo>
                  <a:pt x="0" y="0"/>
                </a:moveTo>
                <a:lnTo>
                  <a:pt x="2230829" y="0"/>
                </a:lnTo>
                <a:lnTo>
                  <a:pt x="2230829" y="2145652"/>
                </a:lnTo>
                <a:lnTo>
                  <a:pt x="0" y="21456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94343" y="1226180"/>
            <a:ext cx="2694311" cy="2145651"/>
          </a:xfrm>
          <a:custGeom>
            <a:avLst/>
            <a:gdLst/>
            <a:ahLst/>
            <a:cxnLst/>
            <a:rect r="r" b="b" t="t" l="l"/>
            <a:pathLst>
              <a:path h="2145651" w="2694311">
                <a:moveTo>
                  <a:pt x="0" y="0"/>
                </a:moveTo>
                <a:lnTo>
                  <a:pt x="2694311" y="0"/>
                </a:lnTo>
                <a:lnTo>
                  <a:pt x="2694311" y="2145652"/>
                </a:lnTo>
                <a:lnTo>
                  <a:pt x="0" y="21456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53787" y="6718920"/>
            <a:ext cx="2434868" cy="2341900"/>
          </a:xfrm>
          <a:custGeom>
            <a:avLst/>
            <a:gdLst/>
            <a:ahLst/>
            <a:cxnLst/>
            <a:rect r="r" b="b" t="t" l="l"/>
            <a:pathLst>
              <a:path h="2341900" w="2434868">
                <a:moveTo>
                  <a:pt x="0" y="0"/>
                </a:moveTo>
                <a:lnTo>
                  <a:pt x="2434867" y="0"/>
                </a:lnTo>
                <a:lnTo>
                  <a:pt x="2434867" y="2341900"/>
                </a:lnTo>
                <a:lnTo>
                  <a:pt x="0" y="2341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3849937"/>
            <a:ext cx="3149254" cy="2341900"/>
          </a:xfrm>
          <a:custGeom>
            <a:avLst/>
            <a:gdLst/>
            <a:ahLst/>
            <a:cxnLst/>
            <a:rect r="r" b="b" t="t" l="l"/>
            <a:pathLst>
              <a:path h="2341900" w="3149254">
                <a:moveTo>
                  <a:pt x="0" y="0"/>
                </a:moveTo>
                <a:lnTo>
                  <a:pt x="3149254" y="0"/>
                </a:lnTo>
                <a:lnTo>
                  <a:pt x="3149254" y="2341900"/>
                </a:lnTo>
                <a:lnTo>
                  <a:pt x="0" y="2341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79030" y="3849937"/>
            <a:ext cx="2398594" cy="2341900"/>
          </a:xfrm>
          <a:custGeom>
            <a:avLst/>
            <a:gdLst/>
            <a:ahLst/>
            <a:cxnLst/>
            <a:rect r="r" b="b" t="t" l="l"/>
            <a:pathLst>
              <a:path h="2341900" w="2398594">
                <a:moveTo>
                  <a:pt x="0" y="0"/>
                </a:moveTo>
                <a:lnTo>
                  <a:pt x="2398594" y="0"/>
                </a:lnTo>
                <a:lnTo>
                  <a:pt x="2398594" y="2341900"/>
                </a:lnTo>
                <a:lnTo>
                  <a:pt x="0" y="2341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63400" y="3879567"/>
            <a:ext cx="2395900" cy="2282640"/>
          </a:xfrm>
          <a:custGeom>
            <a:avLst/>
            <a:gdLst/>
            <a:ahLst/>
            <a:cxnLst/>
            <a:rect r="r" b="b" t="t" l="l"/>
            <a:pathLst>
              <a:path h="2282640" w="2395900">
                <a:moveTo>
                  <a:pt x="0" y="0"/>
                </a:moveTo>
                <a:lnTo>
                  <a:pt x="2395900" y="0"/>
                </a:lnTo>
                <a:lnTo>
                  <a:pt x="2395900" y="2282639"/>
                </a:lnTo>
                <a:lnTo>
                  <a:pt x="0" y="22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40456" y="6784336"/>
            <a:ext cx="2651929" cy="2145651"/>
          </a:xfrm>
          <a:custGeom>
            <a:avLst/>
            <a:gdLst/>
            <a:ahLst/>
            <a:cxnLst/>
            <a:rect r="r" b="b" t="t" l="l"/>
            <a:pathLst>
              <a:path h="2145651" w="2651929">
                <a:moveTo>
                  <a:pt x="0" y="0"/>
                </a:moveTo>
                <a:lnTo>
                  <a:pt x="2651929" y="0"/>
                </a:lnTo>
                <a:lnTo>
                  <a:pt x="2651929" y="2145651"/>
                </a:lnTo>
                <a:lnTo>
                  <a:pt x="0" y="21456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6849752"/>
            <a:ext cx="2235054" cy="2145651"/>
          </a:xfrm>
          <a:custGeom>
            <a:avLst/>
            <a:gdLst/>
            <a:ahLst/>
            <a:cxnLst/>
            <a:rect r="r" b="b" t="t" l="l"/>
            <a:pathLst>
              <a:path h="2145651" w="2235054">
                <a:moveTo>
                  <a:pt x="0" y="0"/>
                </a:moveTo>
                <a:lnTo>
                  <a:pt x="2235054" y="0"/>
                </a:lnTo>
                <a:lnTo>
                  <a:pt x="2235054" y="2145651"/>
                </a:lnTo>
                <a:lnTo>
                  <a:pt x="0" y="214565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3552" y="1073780"/>
            <a:ext cx="6398698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heading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6690" y="6985178"/>
            <a:ext cx="55790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DAG4ZljGus0</dc:identifier>
  <dcterms:modified xsi:type="dcterms:W3CDTF">2011-08-01T06:04:30Z</dcterms:modified>
  <cp:revision>1</cp:revision>
  <dc:title>Real and Complex Numbers Education Presentation in a Blue and Yellow Scrapbook Style</dc:title>
</cp:coreProperties>
</file>